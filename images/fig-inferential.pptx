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E3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FBA415-739B-4330-BB12-91FA819A2CB3}" v="30" dt="2025-06-06T08:17:24.2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70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ar Bakken Stovner" userId="a2d03bef-3036-4670-b46d-ce184aacf6f6" providerId="ADAL" clId="{50FBA415-739B-4330-BB12-91FA819A2CB3}"/>
    <pc:docChg chg="undo redo custSel addSld delSld modSld sldOrd">
      <pc:chgData name="Roar Bakken Stovner" userId="a2d03bef-3036-4670-b46d-ce184aacf6f6" providerId="ADAL" clId="{50FBA415-739B-4330-BB12-91FA819A2CB3}" dt="2025-06-06T08:25:54.811" v="449" actId="1076"/>
      <pc:docMkLst>
        <pc:docMk/>
      </pc:docMkLst>
      <pc:sldChg chg="addSp delSp modSp mod">
        <pc:chgData name="Roar Bakken Stovner" userId="a2d03bef-3036-4670-b46d-ce184aacf6f6" providerId="ADAL" clId="{50FBA415-739B-4330-BB12-91FA819A2CB3}" dt="2025-05-29T10:55:40.720" v="64" actId="1076"/>
        <pc:sldMkLst>
          <pc:docMk/>
          <pc:sldMk cId="921670182" sldId="256"/>
        </pc:sldMkLst>
        <pc:spChg chg="add mod">
          <ac:chgData name="Roar Bakken Stovner" userId="a2d03bef-3036-4670-b46d-ce184aacf6f6" providerId="ADAL" clId="{50FBA415-739B-4330-BB12-91FA819A2CB3}" dt="2025-05-29T10:55:37.052" v="63" actId="1076"/>
          <ac:spMkLst>
            <pc:docMk/>
            <pc:sldMk cId="921670182" sldId="256"/>
            <ac:spMk id="2" creationId="{2D68C42E-259E-7142-930C-BB25292D59CD}"/>
          </ac:spMkLst>
        </pc:spChg>
        <pc:spChg chg="add mod">
          <ac:chgData name="Roar Bakken Stovner" userId="a2d03bef-3036-4670-b46d-ce184aacf6f6" providerId="ADAL" clId="{50FBA415-739B-4330-BB12-91FA819A2CB3}" dt="2025-05-29T10:55:40.720" v="64" actId="1076"/>
          <ac:spMkLst>
            <pc:docMk/>
            <pc:sldMk cId="921670182" sldId="256"/>
            <ac:spMk id="3" creationId="{CA0A6FF3-3D9B-A68C-DD12-9CFE5C669401}"/>
          </ac:spMkLst>
        </pc:spChg>
        <pc:spChg chg="add mod">
          <ac:chgData name="Roar Bakken Stovner" userId="a2d03bef-3036-4670-b46d-ce184aacf6f6" providerId="ADAL" clId="{50FBA415-739B-4330-BB12-91FA819A2CB3}" dt="2025-05-29T10:54:32.270" v="47" actId="1076"/>
          <ac:spMkLst>
            <pc:docMk/>
            <pc:sldMk cId="921670182" sldId="256"/>
            <ac:spMk id="8" creationId="{1B55A14E-21C8-0186-E9AE-B090D89C5DA9}"/>
          </ac:spMkLst>
        </pc:spChg>
        <pc:cxnChg chg="add mod">
          <ac:chgData name="Roar Bakken Stovner" userId="a2d03bef-3036-4670-b46d-ce184aacf6f6" providerId="ADAL" clId="{50FBA415-739B-4330-BB12-91FA819A2CB3}" dt="2025-05-29T10:55:29.510" v="62" actId="14100"/>
          <ac:cxnSpMkLst>
            <pc:docMk/>
            <pc:sldMk cId="921670182" sldId="256"/>
            <ac:cxnSpMk id="10" creationId="{D3606D8B-A469-14C7-B497-D25AC10008E6}"/>
          </ac:cxnSpMkLst>
        </pc:cxnChg>
        <pc:cxnChg chg="add mod">
          <ac:chgData name="Roar Bakken Stovner" userId="a2d03bef-3036-4670-b46d-ce184aacf6f6" providerId="ADAL" clId="{50FBA415-739B-4330-BB12-91FA819A2CB3}" dt="2025-05-29T10:55:26.905" v="61" actId="14100"/>
          <ac:cxnSpMkLst>
            <pc:docMk/>
            <pc:sldMk cId="921670182" sldId="256"/>
            <ac:cxnSpMk id="12" creationId="{0DB85881-F202-E0EA-5861-A68F58E1F575}"/>
          </ac:cxnSpMkLst>
        </pc:cxnChg>
      </pc:sldChg>
      <pc:sldChg chg="del">
        <pc:chgData name="Roar Bakken Stovner" userId="a2d03bef-3036-4670-b46d-ce184aacf6f6" providerId="ADAL" clId="{50FBA415-739B-4330-BB12-91FA819A2CB3}" dt="2025-05-29T10:53:07.585" v="0" actId="47"/>
        <pc:sldMkLst>
          <pc:docMk/>
          <pc:sldMk cId="1138742646" sldId="257"/>
        </pc:sldMkLst>
      </pc:sldChg>
      <pc:sldChg chg="addSp modSp new mod">
        <pc:chgData name="Roar Bakken Stovner" userId="a2d03bef-3036-4670-b46d-ce184aacf6f6" providerId="ADAL" clId="{50FBA415-739B-4330-BB12-91FA819A2CB3}" dt="2025-06-05T18:20:43.486" v="169" actId="692"/>
        <pc:sldMkLst>
          <pc:docMk/>
          <pc:sldMk cId="1417319037" sldId="257"/>
        </pc:sldMkLst>
        <pc:spChg chg="add mod">
          <ac:chgData name="Roar Bakken Stovner" userId="a2d03bef-3036-4670-b46d-ce184aacf6f6" providerId="ADAL" clId="{50FBA415-739B-4330-BB12-91FA819A2CB3}" dt="2025-06-05T18:19:25.814" v="140" actId="113"/>
          <ac:spMkLst>
            <pc:docMk/>
            <pc:sldMk cId="1417319037" sldId="257"/>
            <ac:spMk id="2" creationId="{C3136B0A-A4F5-2755-2860-43D4D4AFA225}"/>
          </ac:spMkLst>
        </pc:spChg>
        <pc:spChg chg="add mod">
          <ac:chgData name="Roar Bakken Stovner" userId="a2d03bef-3036-4670-b46d-ce184aacf6f6" providerId="ADAL" clId="{50FBA415-739B-4330-BB12-91FA819A2CB3}" dt="2025-06-05T18:19:45.405" v="143" actId="255"/>
          <ac:spMkLst>
            <pc:docMk/>
            <pc:sldMk cId="1417319037" sldId="257"/>
            <ac:spMk id="3" creationId="{75B31EAA-4097-E001-27C2-EE33300523EA}"/>
          </ac:spMkLst>
        </pc:spChg>
        <pc:spChg chg="add mod">
          <ac:chgData name="Roar Bakken Stovner" userId="a2d03bef-3036-4670-b46d-ce184aacf6f6" providerId="ADAL" clId="{50FBA415-739B-4330-BB12-91FA819A2CB3}" dt="2025-06-05T18:20:43.486" v="169" actId="692"/>
          <ac:spMkLst>
            <pc:docMk/>
            <pc:sldMk cId="1417319037" sldId="257"/>
            <ac:spMk id="4" creationId="{5642CF16-966B-9700-A291-925E1CDD090E}"/>
          </ac:spMkLst>
        </pc:spChg>
        <pc:spChg chg="add mod">
          <ac:chgData name="Roar Bakken Stovner" userId="a2d03bef-3036-4670-b46d-ce184aacf6f6" providerId="ADAL" clId="{50FBA415-739B-4330-BB12-91FA819A2CB3}" dt="2025-06-05T18:18:25.974" v="113" actId="1076"/>
          <ac:spMkLst>
            <pc:docMk/>
            <pc:sldMk cId="1417319037" sldId="257"/>
            <ac:spMk id="9" creationId="{8D14682D-3501-83F7-629B-E59BBB088E09}"/>
          </ac:spMkLst>
        </pc:spChg>
        <pc:spChg chg="add mod">
          <ac:chgData name="Roar Bakken Stovner" userId="a2d03bef-3036-4670-b46d-ce184aacf6f6" providerId="ADAL" clId="{50FBA415-739B-4330-BB12-91FA819A2CB3}" dt="2025-06-05T18:20:11.747" v="147" actId="1076"/>
          <ac:spMkLst>
            <pc:docMk/>
            <pc:sldMk cId="1417319037" sldId="257"/>
            <ac:spMk id="16" creationId="{090EB678-D0A9-4E35-6BB0-FD2B032FE451}"/>
          </ac:spMkLst>
        </pc:spChg>
        <pc:cxnChg chg="add mod">
          <ac:chgData name="Roar Bakken Stovner" userId="a2d03bef-3036-4670-b46d-ce184aacf6f6" providerId="ADAL" clId="{50FBA415-739B-4330-BB12-91FA819A2CB3}" dt="2025-06-05T18:18:10.816" v="95" actId="1076"/>
          <ac:cxnSpMkLst>
            <pc:docMk/>
            <pc:sldMk cId="1417319037" sldId="257"/>
            <ac:cxnSpMk id="6" creationId="{31771FA8-4234-24CE-0071-DFF59312E8B4}"/>
          </ac:cxnSpMkLst>
        </pc:cxnChg>
        <pc:cxnChg chg="add mod">
          <ac:chgData name="Roar Bakken Stovner" userId="a2d03bef-3036-4670-b46d-ce184aacf6f6" providerId="ADAL" clId="{50FBA415-739B-4330-BB12-91FA819A2CB3}" dt="2025-06-05T18:20:07.532" v="146" actId="14100"/>
          <ac:cxnSpMkLst>
            <pc:docMk/>
            <pc:sldMk cId="1417319037" sldId="257"/>
            <ac:cxnSpMk id="11" creationId="{A81B2D3F-F3E4-A2E3-558F-306C9F17091A}"/>
          </ac:cxnSpMkLst>
        </pc:cxnChg>
      </pc:sldChg>
      <pc:sldChg chg="addSp delSp modSp new mod">
        <pc:chgData name="Roar Bakken Stovner" userId="a2d03bef-3036-4670-b46d-ce184aacf6f6" providerId="ADAL" clId="{50FBA415-739B-4330-BB12-91FA819A2CB3}" dt="2025-06-06T08:25:54.811" v="449" actId="1076"/>
        <pc:sldMkLst>
          <pc:docMk/>
          <pc:sldMk cId="704044252" sldId="258"/>
        </pc:sldMkLst>
        <pc:spChg chg="add mod">
          <ac:chgData name="Roar Bakken Stovner" userId="a2d03bef-3036-4670-b46d-ce184aacf6f6" providerId="ADAL" clId="{50FBA415-739B-4330-BB12-91FA819A2CB3}" dt="2025-06-06T08:16:34.067" v="282" actId="1076"/>
          <ac:spMkLst>
            <pc:docMk/>
            <pc:sldMk cId="704044252" sldId="258"/>
            <ac:spMk id="9" creationId="{612E364B-9158-693A-0836-C23556E3DF33}"/>
          </ac:spMkLst>
        </pc:spChg>
        <pc:spChg chg="add mod">
          <ac:chgData name="Roar Bakken Stovner" userId="a2d03bef-3036-4670-b46d-ce184aacf6f6" providerId="ADAL" clId="{50FBA415-739B-4330-BB12-91FA819A2CB3}" dt="2025-06-06T08:15:40.032" v="272"/>
          <ac:spMkLst>
            <pc:docMk/>
            <pc:sldMk cId="704044252" sldId="258"/>
            <ac:spMk id="10" creationId="{76BBE5B5-66B1-97E8-71ED-F94A773110D6}"/>
          </ac:spMkLst>
        </pc:spChg>
        <pc:spChg chg="add mod">
          <ac:chgData name="Roar Bakken Stovner" userId="a2d03bef-3036-4670-b46d-ce184aacf6f6" providerId="ADAL" clId="{50FBA415-739B-4330-BB12-91FA819A2CB3}" dt="2025-06-06T08:25:54.811" v="449" actId="1076"/>
          <ac:spMkLst>
            <pc:docMk/>
            <pc:sldMk cId="704044252" sldId="258"/>
            <ac:spMk id="11" creationId="{EF526EDE-AF94-BE57-37DD-22FED1D8A458}"/>
          </ac:spMkLst>
        </pc:spChg>
        <pc:picChg chg="add mod modCrop">
          <ac:chgData name="Roar Bakken Stovner" userId="a2d03bef-3036-4670-b46d-ce184aacf6f6" providerId="ADAL" clId="{50FBA415-739B-4330-BB12-91FA819A2CB3}" dt="2025-06-06T08:15:32.254" v="271" actId="732"/>
          <ac:picMkLst>
            <pc:docMk/>
            <pc:sldMk cId="704044252" sldId="258"/>
            <ac:picMk id="3" creationId="{2C8ED2CD-828B-7CBA-E6D3-3D0CD4FD32E7}"/>
          </ac:picMkLst>
        </pc:picChg>
        <pc:picChg chg="add del mod">
          <ac:chgData name="Roar Bakken Stovner" userId="a2d03bef-3036-4670-b46d-ce184aacf6f6" providerId="ADAL" clId="{50FBA415-739B-4330-BB12-91FA819A2CB3}" dt="2025-06-06T08:10:47.164" v="182" actId="21"/>
          <ac:picMkLst>
            <pc:docMk/>
            <pc:sldMk cId="704044252" sldId="258"/>
            <ac:picMk id="5" creationId="{55970D0E-4330-1B8F-6B01-B094137DCAA4}"/>
          </ac:picMkLst>
        </pc:picChg>
        <pc:picChg chg="add del mod">
          <ac:chgData name="Roar Bakken Stovner" userId="a2d03bef-3036-4670-b46d-ce184aacf6f6" providerId="ADAL" clId="{50FBA415-739B-4330-BB12-91FA819A2CB3}" dt="2025-06-06T08:10:42.397" v="180" actId="21"/>
          <ac:picMkLst>
            <pc:docMk/>
            <pc:sldMk cId="704044252" sldId="258"/>
            <ac:picMk id="7" creationId="{2F480024-1FF1-EF1A-2463-B7D3FC53E0EC}"/>
          </ac:picMkLst>
        </pc:picChg>
        <pc:picChg chg="add mod modCrop">
          <ac:chgData name="Roar Bakken Stovner" userId="a2d03bef-3036-4670-b46d-ce184aacf6f6" providerId="ADAL" clId="{50FBA415-739B-4330-BB12-91FA819A2CB3}" dt="2025-06-06T08:15:24.033" v="269" actId="732"/>
          <ac:picMkLst>
            <pc:docMk/>
            <pc:sldMk cId="704044252" sldId="258"/>
            <ac:picMk id="8" creationId="{A8DEA372-C697-EC4D-16C4-7BF520C0B852}"/>
          </ac:picMkLst>
        </pc:picChg>
      </pc:sldChg>
      <pc:sldChg chg="del">
        <pc:chgData name="Roar Bakken Stovner" userId="a2d03bef-3036-4670-b46d-ce184aacf6f6" providerId="ADAL" clId="{50FBA415-739B-4330-BB12-91FA819A2CB3}" dt="2025-05-29T10:53:07.585" v="0" actId="47"/>
        <pc:sldMkLst>
          <pc:docMk/>
          <pc:sldMk cId="2203926398" sldId="258"/>
        </pc:sldMkLst>
      </pc:sldChg>
      <pc:sldChg chg="addSp modSp new">
        <pc:chgData name="Roar Bakken Stovner" userId="a2d03bef-3036-4670-b46d-ce184aacf6f6" providerId="ADAL" clId="{50FBA415-739B-4330-BB12-91FA819A2CB3}" dt="2025-06-06T08:10:43.716" v="181"/>
        <pc:sldMkLst>
          <pc:docMk/>
          <pc:sldMk cId="2859190159" sldId="259"/>
        </pc:sldMkLst>
        <pc:picChg chg="add mod">
          <ac:chgData name="Roar Bakken Stovner" userId="a2d03bef-3036-4670-b46d-ce184aacf6f6" providerId="ADAL" clId="{50FBA415-739B-4330-BB12-91FA819A2CB3}" dt="2025-06-06T08:10:43.716" v="181"/>
          <ac:picMkLst>
            <pc:docMk/>
            <pc:sldMk cId="2859190159" sldId="259"/>
            <ac:picMk id="7" creationId="{2F480024-1FF1-EF1A-2463-B7D3FC53E0EC}"/>
          </ac:picMkLst>
        </pc:picChg>
      </pc:sldChg>
      <pc:sldChg chg="addSp delSp modSp new mod ord">
        <pc:chgData name="Roar Bakken Stovner" userId="a2d03bef-3036-4670-b46d-ce184aacf6f6" providerId="ADAL" clId="{50FBA415-739B-4330-BB12-91FA819A2CB3}" dt="2025-06-06T08:25:42.355" v="429" actId="20577"/>
        <pc:sldMkLst>
          <pc:docMk/>
          <pc:sldMk cId="3302881095" sldId="260"/>
        </pc:sldMkLst>
        <pc:spChg chg="add del mod">
          <ac:chgData name="Roar Bakken Stovner" userId="a2d03bef-3036-4670-b46d-ce184aacf6f6" providerId="ADAL" clId="{50FBA415-739B-4330-BB12-91FA819A2CB3}" dt="2025-06-06T08:11:24.662" v="191" actId="478"/>
          <ac:spMkLst>
            <pc:docMk/>
            <pc:sldMk cId="3302881095" sldId="260"/>
            <ac:spMk id="2" creationId="{E60AE975-99F0-482B-B0E5-C5D8A505FEEF}"/>
          </ac:spMkLst>
        </pc:spChg>
        <pc:spChg chg="add mod">
          <ac:chgData name="Roar Bakken Stovner" userId="a2d03bef-3036-4670-b46d-ce184aacf6f6" providerId="ADAL" clId="{50FBA415-739B-4330-BB12-91FA819A2CB3}" dt="2025-06-06T08:12:24.333" v="200" actId="767"/>
          <ac:spMkLst>
            <pc:docMk/>
            <pc:sldMk cId="3302881095" sldId="260"/>
            <ac:spMk id="3" creationId="{6065D7B6-C544-4E07-5FC2-8E3B29D6E15B}"/>
          </ac:spMkLst>
        </pc:spChg>
        <pc:spChg chg="add mod">
          <ac:chgData name="Roar Bakken Stovner" userId="a2d03bef-3036-4670-b46d-ce184aacf6f6" providerId="ADAL" clId="{50FBA415-739B-4330-BB12-91FA819A2CB3}" dt="2025-06-06T08:25:42.355" v="429" actId="20577"/>
          <ac:spMkLst>
            <pc:docMk/>
            <pc:sldMk cId="3302881095" sldId="260"/>
            <ac:spMk id="4" creationId="{90A2DE0B-1E23-4054-3E88-157E94F7902A}"/>
          </ac:spMkLst>
        </pc:spChg>
        <pc:spChg chg="add mod">
          <ac:chgData name="Roar Bakken Stovner" userId="a2d03bef-3036-4670-b46d-ce184aacf6f6" providerId="ADAL" clId="{50FBA415-739B-4330-BB12-91FA819A2CB3}" dt="2025-06-06T08:15:04.709" v="265" actId="1076"/>
          <ac:spMkLst>
            <pc:docMk/>
            <pc:sldMk cId="3302881095" sldId="260"/>
            <ac:spMk id="6" creationId="{A8E38330-EE43-1338-FDBD-4DAF2C7F8FDE}"/>
          </ac:spMkLst>
        </pc:spChg>
        <pc:spChg chg="add mod">
          <ac:chgData name="Roar Bakken Stovner" userId="a2d03bef-3036-4670-b46d-ce184aacf6f6" providerId="ADAL" clId="{50FBA415-739B-4330-BB12-91FA819A2CB3}" dt="2025-06-06T08:18:01.153" v="402" actId="1076"/>
          <ac:spMkLst>
            <pc:docMk/>
            <pc:sldMk cId="3302881095" sldId="260"/>
            <ac:spMk id="8" creationId="{F6201E47-1A8B-DFF1-5721-C1532662FD93}"/>
          </ac:spMkLst>
        </pc:spChg>
        <pc:picChg chg="add mod modCrop">
          <ac:chgData name="Roar Bakken Stovner" userId="a2d03bef-3036-4670-b46d-ce184aacf6f6" providerId="ADAL" clId="{50FBA415-739B-4330-BB12-91FA819A2CB3}" dt="2025-06-06T08:14:36.511" v="251" actId="732"/>
          <ac:picMkLst>
            <pc:docMk/>
            <pc:sldMk cId="3302881095" sldId="260"/>
            <ac:picMk id="5" creationId="{55970D0E-4330-1B8F-6B01-B094137DCAA4}"/>
          </ac:picMkLst>
        </pc:picChg>
        <pc:picChg chg="add mod modCrop">
          <ac:chgData name="Roar Bakken Stovner" userId="a2d03bef-3036-4670-b46d-ce184aacf6f6" providerId="ADAL" clId="{50FBA415-739B-4330-BB12-91FA819A2CB3}" dt="2025-06-06T08:14:30.101" v="250" actId="732"/>
          <ac:picMkLst>
            <pc:docMk/>
            <pc:sldMk cId="3302881095" sldId="260"/>
            <ac:picMk id="7" creationId="{2872DD6B-3D75-0886-E24B-908E37AFAE23}"/>
          </ac:picMkLst>
        </pc:picChg>
      </pc:sldChg>
    </pc:docChg>
  </pc:docChgLst>
  <pc:docChgLst>
    <pc:chgData name="Roar Bakken Stovner" userId="a2d03bef-3036-4670-b46d-ce184aacf6f6" providerId="ADAL" clId="{DC5F3C88-F149-41BB-99F7-767016E0A2D8}"/>
    <pc:docChg chg="undo redo custSel addSld modSld">
      <pc:chgData name="Roar Bakken Stovner" userId="a2d03bef-3036-4670-b46d-ce184aacf6f6" providerId="ADAL" clId="{DC5F3C88-F149-41BB-99F7-767016E0A2D8}" dt="2025-05-13T05:29:15.220" v="543" actId="1076"/>
      <pc:docMkLst>
        <pc:docMk/>
      </pc:docMkLst>
      <pc:sldChg chg="addSp delSp modSp mod">
        <pc:chgData name="Roar Bakken Stovner" userId="a2d03bef-3036-4670-b46d-ce184aacf6f6" providerId="ADAL" clId="{DC5F3C88-F149-41BB-99F7-767016E0A2D8}" dt="2025-05-12T08:31:24.576" v="435" actId="20577"/>
        <pc:sldMkLst>
          <pc:docMk/>
          <pc:sldMk cId="921670182" sldId="256"/>
        </pc:sldMkLst>
      </pc:sldChg>
      <pc:sldChg chg="addSp delSp modSp new mod">
        <pc:chgData name="Roar Bakken Stovner" userId="a2d03bef-3036-4670-b46d-ce184aacf6f6" providerId="ADAL" clId="{DC5F3C88-F149-41BB-99F7-767016E0A2D8}" dt="2025-05-13T05:29:15.220" v="543" actId="1076"/>
        <pc:sldMkLst>
          <pc:docMk/>
          <pc:sldMk cId="1138742646" sldId="257"/>
        </pc:sldMkLst>
      </pc:sldChg>
    </pc:docChg>
  </pc:docChgLst>
  <pc:docChgLst>
    <pc:chgData name="Roar Bakken Stovner" userId="a2d03bef-3036-4670-b46d-ce184aacf6f6" providerId="ADAL" clId="{2F6687FE-AE12-4B8F-83ED-A5E520814340}"/>
    <pc:docChg chg="custSel addSld modSld">
      <pc:chgData name="Roar Bakken Stovner" userId="a2d03bef-3036-4670-b46d-ce184aacf6f6" providerId="ADAL" clId="{2F6687FE-AE12-4B8F-83ED-A5E520814340}" dt="2025-05-22T11:31:47.949" v="411" actId="6549"/>
      <pc:docMkLst>
        <pc:docMk/>
      </pc:docMkLst>
      <pc:sldChg chg="addSp delSp modSp new mod">
        <pc:chgData name="Roar Bakken Stovner" userId="a2d03bef-3036-4670-b46d-ce184aacf6f6" providerId="ADAL" clId="{2F6687FE-AE12-4B8F-83ED-A5E520814340}" dt="2025-05-22T11:31:47.949" v="411" actId="6549"/>
        <pc:sldMkLst>
          <pc:docMk/>
          <pc:sldMk cId="2203926398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B1E9F-F19C-5F2A-8EB2-F65EFFB21B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0996FE-8B90-23BD-D797-881AB3C178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BDDD6-0692-DC76-EA4A-3C1D827D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1D51-6559-429C-8767-371936093D5C}" type="datetimeFigureOut">
              <a:rPr lang="nb-NO" smtClean="0"/>
              <a:t>01.06.2026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23844-3D2E-5A64-50AB-E9C828587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13822-6646-EADA-0A5B-3914C4649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99224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60091-C965-ADDA-62AF-9D6E53582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9BFAC-5752-2805-2CCB-16010048A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B8D8F-165D-E1E6-59B4-FDAC3E10F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1D51-6559-429C-8767-371936093D5C}" type="datetimeFigureOut">
              <a:rPr lang="nb-NO" smtClean="0"/>
              <a:t>01.06.2026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0CE88-6603-0E66-70F9-F31191381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3207D-BA9B-69EA-A77E-BA062E403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71166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CF835-A6CD-34AB-CB7A-8C281B1A7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F0CC7A-4118-5D11-7BF5-148CB0AD0D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65700-5B5B-DB58-66D3-914C3A2C4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1D51-6559-429C-8767-371936093D5C}" type="datetimeFigureOut">
              <a:rPr lang="nb-NO" smtClean="0"/>
              <a:t>01.06.2026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F6192-579B-C86D-A42E-7930B1DA3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A7DEE-EA49-A43C-9050-26AE9C26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38622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CD87E-A785-386F-6B85-038F49947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D67E8-90AD-51D3-BFB9-83F7F812CA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12D268-F19C-6E70-D661-5AF04AB699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32E9D3-7FCB-CE5C-7FF5-C2DC0B4F1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1D51-6559-429C-8767-371936093D5C}" type="datetimeFigureOut">
              <a:rPr lang="nb-NO" smtClean="0"/>
              <a:t>01.06.2026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01B8E1-65DA-8555-AF72-ADF5B6937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5D76A1-5A37-087E-5A5B-CAD617427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33427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C7A4B-79E7-B69E-DA2E-D7350C2DA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B1434-FF36-B0EB-BDBA-88F6513C9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D3C9F-2683-1D5A-26B4-2CAF8FA47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E36F96-63A5-591D-275C-E5CA690A2E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9DCE81-875A-45D6-C9FF-EF3BC42633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4770CF-6FE3-A39F-C0C3-D99E01F7C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1D51-6559-429C-8767-371936093D5C}" type="datetimeFigureOut">
              <a:rPr lang="nb-NO" smtClean="0"/>
              <a:t>01.06.2026</a:t>
            </a:fld>
            <a:endParaRPr lang="nb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0DA903-D92B-5B9A-F812-3ED331C84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E48FB8-551D-9986-CA0C-01CA4519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37601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CCADC-13BA-2734-3A4D-0D7C8F662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165B85-E0F8-8674-37D6-83A67E520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1D51-6559-429C-8767-371936093D5C}" type="datetimeFigureOut">
              <a:rPr lang="nb-NO" smtClean="0"/>
              <a:t>01.06.2026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1919BA-E62D-7893-AFB3-29575EB03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BDF310-2CC9-750B-E5FB-7B68DE98E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02332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E522C4-939D-8619-F7D0-0FD931699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1D51-6559-429C-8767-371936093D5C}" type="datetimeFigureOut">
              <a:rPr lang="nb-NO" smtClean="0"/>
              <a:t>01.06.2026</a:t>
            </a:fld>
            <a:endParaRPr lang="nb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B3F879-B7DF-18A2-4369-45E553AB1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9B5EB6-80E9-446A-FE86-3CA0B3647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00017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D6FF0-0DDA-A6DE-A534-3643E84CD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15F5D-5299-FC96-2E57-68A0AFAB2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09E9F3-ED2D-CCCB-D016-6F92E12F64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5DF703-AD8B-670B-E176-EB8FD9EDF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1D51-6559-429C-8767-371936093D5C}" type="datetimeFigureOut">
              <a:rPr lang="nb-NO" smtClean="0"/>
              <a:t>01.06.2026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DE5708-D6E9-0401-457B-8C2F943FA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1F45B2-F1AB-5393-472F-DD01E9371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51060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CEAFF-6954-D3AE-8B4C-CBFA1C932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00F341-00FF-3E9B-0F78-CC54B007C2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F6A1C5-46C4-0FA5-F7E8-3313FCEDEB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B32EFA-E4B0-AB64-ABB7-9925296B8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1D51-6559-429C-8767-371936093D5C}" type="datetimeFigureOut">
              <a:rPr lang="nb-NO" smtClean="0"/>
              <a:t>01.06.2026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5EA296-D1BC-66AF-D222-611D8AAC3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09A0FE-A5AE-0462-E156-A35B44737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63712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67D85-C9B7-0AA9-4B80-67C07DB23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8BEEFB-F4C9-07C2-8BE8-FA3A9A3566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4E8EA-7544-05DF-FE61-8706D14D0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1D51-6559-429C-8767-371936093D5C}" type="datetimeFigureOut">
              <a:rPr lang="nb-NO" smtClean="0"/>
              <a:t>01.06.2026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22E64-BC10-7A98-24C9-87CA91B58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BB569-4C96-E0CF-FE78-E5D8EA5DA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77674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5F0291-BF78-600D-3467-CBC4396D0E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6B2E57-E2A3-65AD-D7FF-9A77EA7CB0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E1CB9-2D79-CA93-A262-F4AAD273E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F1D51-6559-429C-8767-371936093D5C}" type="datetimeFigureOut">
              <a:rPr lang="nb-NO" smtClean="0"/>
              <a:t>01.06.2026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8EA68-881F-AC0B-C115-2442DEC20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D1F96-854F-7622-2584-F5D7C7C95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38006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23CB95-23AB-BEFB-B515-B10759364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4D2285-3CE5-FA97-D15F-5B8D7A880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D8929-473B-3A52-6EF5-EE62D179C7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1F1D51-6559-429C-8767-371936093D5C}" type="datetimeFigureOut">
              <a:rPr lang="nb-NO" smtClean="0"/>
              <a:t>01.06.2026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1FD41-B58D-BE47-E359-109D6FD2B0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6149B-9C90-0401-BE20-1ABF67ED0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01BE02-9A21-433A-B0FB-4448ACFC4B40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02375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3136B0A-A4F5-2755-2860-43D4D4AFA225}"/>
              </a:ext>
            </a:extLst>
          </p:cNvPr>
          <p:cNvSpPr/>
          <p:nvPr/>
        </p:nvSpPr>
        <p:spPr>
          <a:xfrm>
            <a:off x="2551176" y="859536"/>
            <a:ext cx="3953027" cy="193852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nb-NO" sz="2800" b="1" dirty="0">
                <a:solidFill>
                  <a:schemeClr val="tx1"/>
                </a:solidFill>
              </a:rPr>
              <a:t>     Populasjonen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75B31EAA-4097-E001-27C2-EE33300523EA}"/>
              </a:ext>
            </a:extLst>
          </p:cNvPr>
          <p:cNvSpPr/>
          <p:nvPr/>
        </p:nvSpPr>
        <p:spPr>
          <a:xfrm>
            <a:off x="2497073" y="4587646"/>
            <a:ext cx="2423197" cy="1410818"/>
          </a:xfrm>
          <a:custGeom>
            <a:avLst/>
            <a:gdLst>
              <a:gd name="connsiteX0" fmla="*/ 1581912 w 2423197"/>
              <a:gd name="connsiteY0" fmla="*/ 276962 h 1410818"/>
              <a:gd name="connsiteX1" fmla="*/ 1581912 w 2423197"/>
              <a:gd name="connsiteY1" fmla="*/ 276962 h 1410818"/>
              <a:gd name="connsiteX2" fmla="*/ 1737360 w 2423197"/>
              <a:gd name="connsiteY2" fmla="*/ 286106 h 1410818"/>
              <a:gd name="connsiteX3" fmla="*/ 1819656 w 2423197"/>
              <a:gd name="connsiteY3" fmla="*/ 350114 h 1410818"/>
              <a:gd name="connsiteX4" fmla="*/ 1883664 w 2423197"/>
              <a:gd name="connsiteY4" fmla="*/ 414122 h 1410818"/>
              <a:gd name="connsiteX5" fmla="*/ 1993392 w 2423197"/>
              <a:gd name="connsiteY5" fmla="*/ 478130 h 1410818"/>
              <a:gd name="connsiteX6" fmla="*/ 2203704 w 2423197"/>
              <a:gd name="connsiteY6" fmla="*/ 523850 h 1410818"/>
              <a:gd name="connsiteX7" fmla="*/ 2322576 w 2423197"/>
              <a:gd name="connsiteY7" fmla="*/ 551282 h 1410818"/>
              <a:gd name="connsiteX8" fmla="*/ 2423160 w 2423197"/>
              <a:gd name="connsiteY8" fmla="*/ 633578 h 1410818"/>
              <a:gd name="connsiteX9" fmla="*/ 2267712 w 2423197"/>
              <a:gd name="connsiteY9" fmla="*/ 999338 h 1410818"/>
              <a:gd name="connsiteX10" fmla="*/ 1993392 w 2423197"/>
              <a:gd name="connsiteY10" fmla="*/ 1237082 h 1410818"/>
              <a:gd name="connsiteX11" fmla="*/ 1700784 w 2423197"/>
              <a:gd name="connsiteY11" fmla="*/ 1392530 h 1410818"/>
              <a:gd name="connsiteX12" fmla="*/ 1581912 w 2423197"/>
              <a:gd name="connsiteY12" fmla="*/ 1410818 h 1410818"/>
              <a:gd name="connsiteX13" fmla="*/ 1097280 w 2423197"/>
              <a:gd name="connsiteY13" fmla="*/ 1374242 h 1410818"/>
              <a:gd name="connsiteX14" fmla="*/ 777240 w 2423197"/>
              <a:gd name="connsiteY14" fmla="*/ 1136498 h 1410818"/>
              <a:gd name="connsiteX15" fmla="*/ 694944 w 2423197"/>
              <a:gd name="connsiteY15" fmla="*/ 1109066 h 1410818"/>
              <a:gd name="connsiteX16" fmla="*/ 457200 w 2423197"/>
              <a:gd name="connsiteY16" fmla="*/ 1072490 h 1410818"/>
              <a:gd name="connsiteX17" fmla="*/ 329184 w 2423197"/>
              <a:gd name="connsiteY17" fmla="*/ 1054202 h 1410818"/>
              <a:gd name="connsiteX18" fmla="*/ 201168 w 2423197"/>
              <a:gd name="connsiteY18" fmla="*/ 917042 h 1410818"/>
              <a:gd name="connsiteX19" fmla="*/ 109728 w 2423197"/>
              <a:gd name="connsiteY19" fmla="*/ 715874 h 1410818"/>
              <a:gd name="connsiteX20" fmla="*/ 54864 w 2423197"/>
              <a:gd name="connsiteY20" fmla="*/ 560426 h 1410818"/>
              <a:gd name="connsiteX21" fmla="*/ 0 w 2423197"/>
              <a:gd name="connsiteY21" fmla="*/ 423266 h 1410818"/>
              <a:gd name="connsiteX22" fmla="*/ 36576 w 2423197"/>
              <a:gd name="connsiteY22" fmla="*/ 240386 h 1410818"/>
              <a:gd name="connsiteX23" fmla="*/ 137160 w 2423197"/>
              <a:gd name="connsiteY23" fmla="*/ 148946 h 1410818"/>
              <a:gd name="connsiteX24" fmla="*/ 246888 w 2423197"/>
              <a:gd name="connsiteY24" fmla="*/ 94082 h 1410818"/>
              <a:gd name="connsiteX25" fmla="*/ 475488 w 2423197"/>
              <a:gd name="connsiteY25" fmla="*/ 66650 h 1410818"/>
              <a:gd name="connsiteX26" fmla="*/ 740664 w 2423197"/>
              <a:gd name="connsiteY26" fmla="*/ 75794 h 1410818"/>
              <a:gd name="connsiteX27" fmla="*/ 850392 w 2423197"/>
              <a:gd name="connsiteY27" fmla="*/ 84938 h 1410818"/>
              <a:gd name="connsiteX28" fmla="*/ 1069848 w 2423197"/>
              <a:gd name="connsiteY28" fmla="*/ 30074 h 1410818"/>
              <a:gd name="connsiteX29" fmla="*/ 1225296 w 2423197"/>
              <a:gd name="connsiteY29" fmla="*/ 20930 h 1410818"/>
              <a:gd name="connsiteX30" fmla="*/ 1399032 w 2423197"/>
              <a:gd name="connsiteY30" fmla="*/ 112370 h 1410818"/>
              <a:gd name="connsiteX31" fmla="*/ 1426464 w 2423197"/>
              <a:gd name="connsiteY31" fmla="*/ 139802 h 1410818"/>
              <a:gd name="connsiteX32" fmla="*/ 1444752 w 2423197"/>
              <a:gd name="connsiteY32" fmla="*/ 203810 h 1410818"/>
              <a:gd name="connsiteX33" fmla="*/ 1463040 w 2423197"/>
              <a:gd name="connsiteY33" fmla="*/ 240386 h 1410818"/>
              <a:gd name="connsiteX34" fmla="*/ 1527048 w 2423197"/>
              <a:gd name="connsiteY34" fmla="*/ 267818 h 1410818"/>
              <a:gd name="connsiteX35" fmla="*/ 1581912 w 2423197"/>
              <a:gd name="connsiteY35" fmla="*/ 276962 h 1410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2423197" h="1410818">
                <a:moveTo>
                  <a:pt x="1581912" y="276962"/>
                </a:moveTo>
                <a:lnTo>
                  <a:pt x="1581912" y="276962"/>
                </a:lnTo>
                <a:lnTo>
                  <a:pt x="1737360" y="286106"/>
                </a:lnTo>
                <a:cubicBezTo>
                  <a:pt x="1770576" y="296326"/>
                  <a:pt x="1793502" y="327229"/>
                  <a:pt x="1819656" y="350114"/>
                </a:cubicBezTo>
                <a:cubicBezTo>
                  <a:pt x="1842364" y="369983"/>
                  <a:pt x="1860102" y="395273"/>
                  <a:pt x="1883664" y="414122"/>
                </a:cubicBezTo>
                <a:cubicBezTo>
                  <a:pt x="1887423" y="417129"/>
                  <a:pt x="1969472" y="470655"/>
                  <a:pt x="1993392" y="478130"/>
                </a:cubicBezTo>
                <a:cubicBezTo>
                  <a:pt x="2089279" y="508095"/>
                  <a:pt x="2108419" y="503999"/>
                  <a:pt x="2203704" y="523850"/>
                </a:cubicBezTo>
                <a:cubicBezTo>
                  <a:pt x="2243515" y="532144"/>
                  <a:pt x="2282952" y="542138"/>
                  <a:pt x="2322576" y="551282"/>
                </a:cubicBezTo>
                <a:cubicBezTo>
                  <a:pt x="2335470" y="558650"/>
                  <a:pt x="2425286" y="599557"/>
                  <a:pt x="2423160" y="633578"/>
                </a:cubicBezTo>
                <a:cubicBezTo>
                  <a:pt x="2409677" y="849309"/>
                  <a:pt x="2390340" y="866491"/>
                  <a:pt x="2267712" y="999338"/>
                </a:cubicBezTo>
                <a:cubicBezTo>
                  <a:pt x="2176133" y="1098548"/>
                  <a:pt x="2107890" y="1160750"/>
                  <a:pt x="1993392" y="1237082"/>
                </a:cubicBezTo>
                <a:cubicBezTo>
                  <a:pt x="1940005" y="1272673"/>
                  <a:pt x="1790343" y="1369167"/>
                  <a:pt x="1700784" y="1392530"/>
                </a:cubicBezTo>
                <a:cubicBezTo>
                  <a:pt x="1661992" y="1402650"/>
                  <a:pt x="1621536" y="1404722"/>
                  <a:pt x="1581912" y="1410818"/>
                </a:cubicBezTo>
                <a:cubicBezTo>
                  <a:pt x="1420368" y="1398626"/>
                  <a:pt x="1257798" y="1396131"/>
                  <a:pt x="1097280" y="1374242"/>
                </a:cubicBezTo>
                <a:cubicBezTo>
                  <a:pt x="815845" y="1335865"/>
                  <a:pt x="1175158" y="1269137"/>
                  <a:pt x="777240" y="1136498"/>
                </a:cubicBezTo>
                <a:cubicBezTo>
                  <a:pt x="749808" y="1127354"/>
                  <a:pt x="722908" y="1116425"/>
                  <a:pt x="694944" y="1109066"/>
                </a:cubicBezTo>
                <a:cubicBezTo>
                  <a:pt x="616049" y="1088304"/>
                  <a:pt x="538312" y="1083305"/>
                  <a:pt x="457200" y="1072490"/>
                </a:cubicBezTo>
                <a:lnTo>
                  <a:pt x="329184" y="1054202"/>
                </a:lnTo>
                <a:cubicBezTo>
                  <a:pt x="286512" y="1008482"/>
                  <a:pt x="235202" y="969510"/>
                  <a:pt x="201168" y="917042"/>
                </a:cubicBezTo>
                <a:cubicBezTo>
                  <a:pt x="161084" y="855246"/>
                  <a:pt x="137685" y="784020"/>
                  <a:pt x="109728" y="715874"/>
                </a:cubicBezTo>
                <a:cubicBezTo>
                  <a:pt x="88872" y="665037"/>
                  <a:pt x="74158" y="611876"/>
                  <a:pt x="54864" y="560426"/>
                </a:cubicBezTo>
                <a:cubicBezTo>
                  <a:pt x="37574" y="514319"/>
                  <a:pt x="18288" y="468986"/>
                  <a:pt x="0" y="423266"/>
                </a:cubicBezTo>
                <a:cubicBezTo>
                  <a:pt x="12192" y="362306"/>
                  <a:pt x="8774" y="295990"/>
                  <a:pt x="36576" y="240386"/>
                </a:cubicBezTo>
                <a:cubicBezTo>
                  <a:pt x="56840" y="199858"/>
                  <a:pt x="99963" y="174822"/>
                  <a:pt x="137160" y="148946"/>
                </a:cubicBezTo>
                <a:cubicBezTo>
                  <a:pt x="170729" y="125593"/>
                  <a:pt x="208264" y="107516"/>
                  <a:pt x="246888" y="94082"/>
                </a:cubicBezTo>
                <a:cubicBezTo>
                  <a:pt x="303870" y="74262"/>
                  <a:pt x="421058" y="70538"/>
                  <a:pt x="475488" y="66650"/>
                </a:cubicBezTo>
                <a:lnTo>
                  <a:pt x="740664" y="75794"/>
                </a:lnTo>
                <a:cubicBezTo>
                  <a:pt x="777323" y="77582"/>
                  <a:pt x="814038" y="89987"/>
                  <a:pt x="850392" y="84938"/>
                </a:cubicBezTo>
                <a:cubicBezTo>
                  <a:pt x="925078" y="74565"/>
                  <a:pt x="996696" y="48362"/>
                  <a:pt x="1069848" y="30074"/>
                </a:cubicBezTo>
                <a:cubicBezTo>
                  <a:pt x="1124843" y="-6589"/>
                  <a:pt x="1117588" y="-9844"/>
                  <a:pt x="1225296" y="20930"/>
                </a:cubicBezTo>
                <a:cubicBezTo>
                  <a:pt x="1227657" y="21604"/>
                  <a:pt x="1365134" y="86946"/>
                  <a:pt x="1399032" y="112370"/>
                </a:cubicBezTo>
                <a:cubicBezTo>
                  <a:pt x="1409377" y="120129"/>
                  <a:pt x="1417320" y="130658"/>
                  <a:pt x="1426464" y="139802"/>
                </a:cubicBezTo>
                <a:cubicBezTo>
                  <a:pt x="1431104" y="158363"/>
                  <a:pt x="1436881" y="185445"/>
                  <a:pt x="1444752" y="203810"/>
                </a:cubicBezTo>
                <a:cubicBezTo>
                  <a:pt x="1450122" y="216339"/>
                  <a:pt x="1454314" y="229914"/>
                  <a:pt x="1463040" y="240386"/>
                </a:cubicBezTo>
                <a:cubicBezTo>
                  <a:pt x="1476570" y="256622"/>
                  <a:pt x="1507666" y="266327"/>
                  <a:pt x="1527048" y="267818"/>
                </a:cubicBezTo>
                <a:cubicBezTo>
                  <a:pt x="1554399" y="269922"/>
                  <a:pt x="1581912" y="267818"/>
                  <a:pt x="1581912" y="276962"/>
                </a:cubicBez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800" dirty="0">
                <a:solidFill>
                  <a:schemeClr val="tx1"/>
                </a:solidFill>
              </a:rPr>
              <a:t>Utvalget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642CF16-966B-9700-A291-925E1CDD090E}"/>
              </a:ext>
            </a:extLst>
          </p:cNvPr>
          <p:cNvSpPr/>
          <p:nvPr/>
        </p:nvSpPr>
        <p:spPr>
          <a:xfrm>
            <a:off x="3036824" y="1206860"/>
            <a:ext cx="2423197" cy="1410818"/>
          </a:xfrm>
          <a:custGeom>
            <a:avLst/>
            <a:gdLst>
              <a:gd name="connsiteX0" fmla="*/ 1581912 w 2423197"/>
              <a:gd name="connsiteY0" fmla="*/ 276962 h 1410818"/>
              <a:gd name="connsiteX1" fmla="*/ 1581912 w 2423197"/>
              <a:gd name="connsiteY1" fmla="*/ 276962 h 1410818"/>
              <a:gd name="connsiteX2" fmla="*/ 1737360 w 2423197"/>
              <a:gd name="connsiteY2" fmla="*/ 286106 h 1410818"/>
              <a:gd name="connsiteX3" fmla="*/ 1819656 w 2423197"/>
              <a:gd name="connsiteY3" fmla="*/ 350114 h 1410818"/>
              <a:gd name="connsiteX4" fmla="*/ 1883664 w 2423197"/>
              <a:gd name="connsiteY4" fmla="*/ 414122 h 1410818"/>
              <a:gd name="connsiteX5" fmla="*/ 1993392 w 2423197"/>
              <a:gd name="connsiteY5" fmla="*/ 478130 h 1410818"/>
              <a:gd name="connsiteX6" fmla="*/ 2203704 w 2423197"/>
              <a:gd name="connsiteY6" fmla="*/ 523850 h 1410818"/>
              <a:gd name="connsiteX7" fmla="*/ 2322576 w 2423197"/>
              <a:gd name="connsiteY7" fmla="*/ 551282 h 1410818"/>
              <a:gd name="connsiteX8" fmla="*/ 2423160 w 2423197"/>
              <a:gd name="connsiteY8" fmla="*/ 633578 h 1410818"/>
              <a:gd name="connsiteX9" fmla="*/ 2267712 w 2423197"/>
              <a:gd name="connsiteY9" fmla="*/ 999338 h 1410818"/>
              <a:gd name="connsiteX10" fmla="*/ 1993392 w 2423197"/>
              <a:gd name="connsiteY10" fmla="*/ 1237082 h 1410818"/>
              <a:gd name="connsiteX11" fmla="*/ 1700784 w 2423197"/>
              <a:gd name="connsiteY11" fmla="*/ 1392530 h 1410818"/>
              <a:gd name="connsiteX12" fmla="*/ 1581912 w 2423197"/>
              <a:gd name="connsiteY12" fmla="*/ 1410818 h 1410818"/>
              <a:gd name="connsiteX13" fmla="*/ 1097280 w 2423197"/>
              <a:gd name="connsiteY13" fmla="*/ 1374242 h 1410818"/>
              <a:gd name="connsiteX14" fmla="*/ 777240 w 2423197"/>
              <a:gd name="connsiteY14" fmla="*/ 1136498 h 1410818"/>
              <a:gd name="connsiteX15" fmla="*/ 694944 w 2423197"/>
              <a:gd name="connsiteY15" fmla="*/ 1109066 h 1410818"/>
              <a:gd name="connsiteX16" fmla="*/ 457200 w 2423197"/>
              <a:gd name="connsiteY16" fmla="*/ 1072490 h 1410818"/>
              <a:gd name="connsiteX17" fmla="*/ 329184 w 2423197"/>
              <a:gd name="connsiteY17" fmla="*/ 1054202 h 1410818"/>
              <a:gd name="connsiteX18" fmla="*/ 201168 w 2423197"/>
              <a:gd name="connsiteY18" fmla="*/ 917042 h 1410818"/>
              <a:gd name="connsiteX19" fmla="*/ 109728 w 2423197"/>
              <a:gd name="connsiteY19" fmla="*/ 715874 h 1410818"/>
              <a:gd name="connsiteX20" fmla="*/ 54864 w 2423197"/>
              <a:gd name="connsiteY20" fmla="*/ 560426 h 1410818"/>
              <a:gd name="connsiteX21" fmla="*/ 0 w 2423197"/>
              <a:gd name="connsiteY21" fmla="*/ 423266 h 1410818"/>
              <a:gd name="connsiteX22" fmla="*/ 36576 w 2423197"/>
              <a:gd name="connsiteY22" fmla="*/ 240386 h 1410818"/>
              <a:gd name="connsiteX23" fmla="*/ 137160 w 2423197"/>
              <a:gd name="connsiteY23" fmla="*/ 148946 h 1410818"/>
              <a:gd name="connsiteX24" fmla="*/ 246888 w 2423197"/>
              <a:gd name="connsiteY24" fmla="*/ 94082 h 1410818"/>
              <a:gd name="connsiteX25" fmla="*/ 475488 w 2423197"/>
              <a:gd name="connsiteY25" fmla="*/ 66650 h 1410818"/>
              <a:gd name="connsiteX26" fmla="*/ 740664 w 2423197"/>
              <a:gd name="connsiteY26" fmla="*/ 75794 h 1410818"/>
              <a:gd name="connsiteX27" fmla="*/ 850392 w 2423197"/>
              <a:gd name="connsiteY27" fmla="*/ 84938 h 1410818"/>
              <a:gd name="connsiteX28" fmla="*/ 1069848 w 2423197"/>
              <a:gd name="connsiteY28" fmla="*/ 30074 h 1410818"/>
              <a:gd name="connsiteX29" fmla="*/ 1225296 w 2423197"/>
              <a:gd name="connsiteY29" fmla="*/ 20930 h 1410818"/>
              <a:gd name="connsiteX30" fmla="*/ 1399032 w 2423197"/>
              <a:gd name="connsiteY30" fmla="*/ 112370 h 1410818"/>
              <a:gd name="connsiteX31" fmla="*/ 1426464 w 2423197"/>
              <a:gd name="connsiteY31" fmla="*/ 139802 h 1410818"/>
              <a:gd name="connsiteX32" fmla="*/ 1444752 w 2423197"/>
              <a:gd name="connsiteY32" fmla="*/ 203810 h 1410818"/>
              <a:gd name="connsiteX33" fmla="*/ 1463040 w 2423197"/>
              <a:gd name="connsiteY33" fmla="*/ 240386 h 1410818"/>
              <a:gd name="connsiteX34" fmla="*/ 1527048 w 2423197"/>
              <a:gd name="connsiteY34" fmla="*/ 267818 h 1410818"/>
              <a:gd name="connsiteX35" fmla="*/ 1581912 w 2423197"/>
              <a:gd name="connsiteY35" fmla="*/ 276962 h 1410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2423197" h="1410818">
                <a:moveTo>
                  <a:pt x="1581912" y="276962"/>
                </a:moveTo>
                <a:lnTo>
                  <a:pt x="1581912" y="276962"/>
                </a:lnTo>
                <a:lnTo>
                  <a:pt x="1737360" y="286106"/>
                </a:lnTo>
                <a:cubicBezTo>
                  <a:pt x="1770576" y="296326"/>
                  <a:pt x="1793502" y="327229"/>
                  <a:pt x="1819656" y="350114"/>
                </a:cubicBezTo>
                <a:cubicBezTo>
                  <a:pt x="1842364" y="369983"/>
                  <a:pt x="1860102" y="395273"/>
                  <a:pt x="1883664" y="414122"/>
                </a:cubicBezTo>
                <a:cubicBezTo>
                  <a:pt x="1887423" y="417129"/>
                  <a:pt x="1969472" y="470655"/>
                  <a:pt x="1993392" y="478130"/>
                </a:cubicBezTo>
                <a:cubicBezTo>
                  <a:pt x="2089279" y="508095"/>
                  <a:pt x="2108419" y="503999"/>
                  <a:pt x="2203704" y="523850"/>
                </a:cubicBezTo>
                <a:cubicBezTo>
                  <a:pt x="2243515" y="532144"/>
                  <a:pt x="2282952" y="542138"/>
                  <a:pt x="2322576" y="551282"/>
                </a:cubicBezTo>
                <a:cubicBezTo>
                  <a:pt x="2335470" y="558650"/>
                  <a:pt x="2425286" y="599557"/>
                  <a:pt x="2423160" y="633578"/>
                </a:cubicBezTo>
                <a:cubicBezTo>
                  <a:pt x="2409677" y="849309"/>
                  <a:pt x="2390340" y="866491"/>
                  <a:pt x="2267712" y="999338"/>
                </a:cubicBezTo>
                <a:cubicBezTo>
                  <a:pt x="2176133" y="1098548"/>
                  <a:pt x="2107890" y="1160750"/>
                  <a:pt x="1993392" y="1237082"/>
                </a:cubicBezTo>
                <a:cubicBezTo>
                  <a:pt x="1940005" y="1272673"/>
                  <a:pt x="1790343" y="1369167"/>
                  <a:pt x="1700784" y="1392530"/>
                </a:cubicBezTo>
                <a:cubicBezTo>
                  <a:pt x="1661992" y="1402650"/>
                  <a:pt x="1621536" y="1404722"/>
                  <a:pt x="1581912" y="1410818"/>
                </a:cubicBezTo>
                <a:cubicBezTo>
                  <a:pt x="1420368" y="1398626"/>
                  <a:pt x="1257798" y="1396131"/>
                  <a:pt x="1097280" y="1374242"/>
                </a:cubicBezTo>
                <a:cubicBezTo>
                  <a:pt x="815845" y="1335865"/>
                  <a:pt x="1175158" y="1269137"/>
                  <a:pt x="777240" y="1136498"/>
                </a:cubicBezTo>
                <a:cubicBezTo>
                  <a:pt x="749808" y="1127354"/>
                  <a:pt x="722908" y="1116425"/>
                  <a:pt x="694944" y="1109066"/>
                </a:cubicBezTo>
                <a:cubicBezTo>
                  <a:pt x="616049" y="1088304"/>
                  <a:pt x="538312" y="1083305"/>
                  <a:pt x="457200" y="1072490"/>
                </a:cubicBezTo>
                <a:lnTo>
                  <a:pt x="329184" y="1054202"/>
                </a:lnTo>
                <a:cubicBezTo>
                  <a:pt x="286512" y="1008482"/>
                  <a:pt x="235202" y="969510"/>
                  <a:pt x="201168" y="917042"/>
                </a:cubicBezTo>
                <a:cubicBezTo>
                  <a:pt x="161084" y="855246"/>
                  <a:pt x="137685" y="784020"/>
                  <a:pt x="109728" y="715874"/>
                </a:cubicBezTo>
                <a:cubicBezTo>
                  <a:pt x="88872" y="665037"/>
                  <a:pt x="74158" y="611876"/>
                  <a:pt x="54864" y="560426"/>
                </a:cubicBezTo>
                <a:cubicBezTo>
                  <a:pt x="37574" y="514319"/>
                  <a:pt x="18288" y="468986"/>
                  <a:pt x="0" y="423266"/>
                </a:cubicBezTo>
                <a:cubicBezTo>
                  <a:pt x="12192" y="362306"/>
                  <a:pt x="8774" y="295990"/>
                  <a:pt x="36576" y="240386"/>
                </a:cubicBezTo>
                <a:cubicBezTo>
                  <a:pt x="56840" y="199858"/>
                  <a:pt x="99963" y="174822"/>
                  <a:pt x="137160" y="148946"/>
                </a:cubicBezTo>
                <a:cubicBezTo>
                  <a:pt x="170729" y="125593"/>
                  <a:pt x="208264" y="107516"/>
                  <a:pt x="246888" y="94082"/>
                </a:cubicBezTo>
                <a:cubicBezTo>
                  <a:pt x="303870" y="74262"/>
                  <a:pt x="421058" y="70538"/>
                  <a:pt x="475488" y="66650"/>
                </a:cubicBezTo>
                <a:lnTo>
                  <a:pt x="740664" y="75794"/>
                </a:lnTo>
                <a:cubicBezTo>
                  <a:pt x="777323" y="77582"/>
                  <a:pt x="814038" y="89987"/>
                  <a:pt x="850392" y="84938"/>
                </a:cubicBezTo>
                <a:cubicBezTo>
                  <a:pt x="925078" y="74565"/>
                  <a:pt x="996696" y="48362"/>
                  <a:pt x="1069848" y="30074"/>
                </a:cubicBezTo>
                <a:cubicBezTo>
                  <a:pt x="1124843" y="-6589"/>
                  <a:pt x="1117588" y="-9844"/>
                  <a:pt x="1225296" y="20930"/>
                </a:cubicBezTo>
                <a:cubicBezTo>
                  <a:pt x="1227657" y="21604"/>
                  <a:pt x="1365134" y="86946"/>
                  <a:pt x="1399032" y="112370"/>
                </a:cubicBezTo>
                <a:cubicBezTo>
                  <a:pt x="1409377" y="120129"/>
                  <a:pt x="1417320" y="130658"/>
                  <a:pt x="1426464" y="139802"/>
                </a:cubicBezTo>
                <a:cubicBezTo>
                  <a:pt x="1431104" y="158363"/>
                  <a:pt x="1436881" y="185445"/>
                  <a:pt x="1444752" y="203810"/>
                </a:cubicBezTo>
                <a:cubicBezTo>
                  <a:pt x="1450122" y="216339"/>
                  <a:pt x="1454314" y="229914"/>
                  <a:pt x="1463040" y="240386"/>
                </a:cubicBezTo>
                <a:cubicBezTo>
                  <a:pt x="1476570" y="256622"/>
                  <a:pt x="1507666" y="266327"/>
                  <a:pt x="1527048" y="267818"/>
                </a:cubicBezTo>
                <a:cubicBezTo>
                  <a:pt x="1554399" y="269922"/>
                  <a:pt x="1581912" y="267818"/>
                  <a:pt x="1581912" y="276962"/>
                </a:cubicBezTo>
                <a:close/>
              </a:path>
            </a:pathLst>
          </a:custGeom>
          <a:noFill/>
          <a:ln>
            <a:solidFill>
              <a:schemeClr val="tx1">
                <a:alpha val="42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1771FA8-4234-24CE-0071-DFF59312E8B4}"/>
              </a:ext>
            </a:extLst>
          </p:cNvPr>
          <p:cNvCxnSpPr>
            <a:stCxn id="4" idx="14"/>
            <a:endCxn id="3" idx="29"/>
          </p:cNvCxnSpPr>
          <p:nvPr/>
        </p:nvCxnSpPr>
        <p:spPr>
          <a:xfrm flipH="1">
            <a:off x="3722369" y="2343358"/>
            <a:ext cx="91695" cy="226521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D14682D-3501-83F7-629B-E59BBB088E09}"/>
              </a:ext>
            </a:extLst>
          </p:cNvPr>
          <p:cNvSpPr txBox="1"/>
          <p:nvPr/>
        </p:nvSpPr>
        <p:spPr>
          <a:xfrm>
            <a:off x="2782823" y="3197758"/>
            <a:ext cx="11433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b-NO" sz="1600" dirty="0"/>
              <a:t>Gjøre et utvalg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EEAD4C-9F55-1BBF-4EAA-016482BC2B8E}"/>
              </a:ext>
            </a:extLst>
          </p:cNvPr>
          <p:cNvSpPr txBox="1"/>
          <p:nvPr/>
        </p:nvSpPr>
        <p:spPr>
          <a:xfrm>
            <a:off x="5161788" y="5998464"/>
            <a:ext cx="23312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b-NO" sz="1600" dirty="0"/>
              <a:t>Observatorer (f.eks. utvalgets gjennomsnitt)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8FB2D0-37C6-53E9-4930-57826DE13048}"/>
              </a:ext>
            </a:extLst>
          </p:cNvPr>
          <p:cNvSpPr txBox="1"/>
          <p:nvPr/>
        </p:nvSpPr>
        <p:spPr>
          <a:xfrm>
            <a:off x="5360834" y="4329713"/>
            <a:ext cx="11433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b-NO" sz="1600" dirty="0"/>
              <a:t>Estimere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FC2796-B9A9-71CD-0DB5-11815B903D0C}"/>
              </a:ext>
            </a:extLst>
          </p:cNvPr>
          <p:cNvSpPr txBox="1"/>
          <p:nvPr/>
        </p:nvSpPr>
        <p:spPr>
          <a:xfrm>
            <a:off x="5338597" y="2640761"/>
            <a:ext cx="23312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b-NO" sz="1600" dirty="0" err="1"/>
              <a:t>Populasjonsparametre</a:t>
            </a:r>
            <a:r>
              <a:rPr lang="nb-NO" sz="1600" dirty="0"/>
              <a:t> (f.eks. populasjonens gjennomsnitt)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B51D628-C8DB-892B-F675-025F1DF9789A}"/>
              </a:ext>
            </a:extLst>
          </p:cNvPr>
          <p:cNvCxnSpPr>
            <a:cxnSpLocks/>
            <a:stCxn id="8" idx="0"/>
            <a:endCxn id="18" idx="2"/>
          </p:cNvCxnSpPr>
          <p:nvPr/>
        </p:nvCxnSpPr>
        <p:spPr>
          <a:xfrm flipV="1">
            <a:off x="6327394" y="3471758"/>
            <a:ext cx="176809" cy="252670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3CD3558-BD2A-7994-EE16-27B17ADDD4CC}"/>
              </a:ext>
            </a:extLst>
          </p:cNvPr>
          <p:cNvSpPr txBox="1"/>
          <p:nvPr/>
        </p:nvSpPr>
        <p:spPr>
          <a:xfrm>
            <a:off x="4608947" y="5636827"/>
            <a:ext cx="11433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b-NO" sz="1600" dirty="0"/>
              <a:t>Regne ut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572508E-FEAB-C895-E50F-CD8294363A4E}"/>
              </a:ext>
            </a:extLst>
          </p:cNvPr>
          <p:cNvCxnSpPr>
            <a:cxnSpLocks/>
            <a:stCxn id="3" idx="10"/>
            <a:endCxn id="8" idx="1"/>
          </p:cNvCxnSpPr>
          <p:nvPr/>
        </p:nvCxnSpPr>
        <p:spPr>
          <a:xfrm>
            <a:off x="4490465" y="5824728"/>
            <a:ext cx="671323" cy="46612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7319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2190</TotalTime>
  <Words>27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Roar Bakken Stovner</dc:creator>
  <cp:lastModifiedBy>Roar Bakken Stovner</cp:lastModifiedBy>
  <cp:revision>2</cp:revision>
  <dcterms:created xsi:type="dcterms:W3CDTF">2025-05-12T07:55:44Z</dcterms:created>
  <dcterms:modified xsi:type="dcterms:W3CDTF">2026-06-01T11:41:08Z</dcterms:modified>
</cp:coreProperties>
</file>