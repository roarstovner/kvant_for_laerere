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nb-NO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BE3D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F6687FE-AE12-4B8F-83ED-A5E520814340}" v="5" dt="2025-05-22T11:22:05.369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90" d="100"/>
          <a:sy n="90" d="100"/>
        </p:scale>
        <p:origin x="398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10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oar Bakken Stovner" userId="a2d03bef-3036-4670-b46d-ce184aacf6f6" providerId="ADAL" clId="{DC5F3C88-F149-41BB-99F7-767016E0A2D8}"/>
    <pc:docChg chg="undo redo custSel addSld modSld">
      <pc:chgData name="Roar Bakken Stovner" userId="a2d03bef-3036-4670-b46d-ce184aacf6f6" providerId="ADAL" clId="{DC5F3C88-F149-41BB-99F7-767016E0A2D8}" dt="2025-05-13T05:29:15.220" v="543" actId="1076"/>
      <pc:docMkLst>
        <pc:docMk/>
      </pc:docMkLst>
      <pc:sldChg chg="addSp delSp modSp mod">
        <pc:chgData name="Roar Bakken Stovner" userId="a2d03bef-3036-4670-b46d-ce184aacf6f6" providerId="ADAL" clId="{DC5F3C88-F149-41BB-99F7-767016E0A2D8}" dt="2025-05-12T08:31:24.576" v="435" actId="20577"/>
        <pc:sldMkLst>
          <pc:docMk/>
          <pc:sldMk cId="921670182" sldId="256"/>
        </pc:sldMkLst>
        <pc:spChg chg="mod">
          <ac:chgData name="Roar Bakken Stovner" userId="a2d03bef-3036-4670-b46d-ce184aacf6f6" providerId="ADAL" clId="{DC5F3C88-F149-41BB-99F7-767016E0A2D8}" dt="2025-05-12T08:19:10.772" v="273" actId="1076"/>
          <ac:spMkLst>
            <pc:docMk/>
            <pc:sldMk cId="921670182" sldId="256"/>
            <ac:spMk id="5" creationId="{3EE3AB6A-8414-0274-FD4E-AE1425851EB8}"/>
          </ac:spMkLst>
        </pc:spChg>
        <pc:spChg chg="mod">
          <ac:chgData name="Roar Bakken Stovner" userId="a2d03bef-3036-4670-b46d-ce184aacf6f6" providerId="ADAL" clId="{DC5F3C88-F149-41BB-99F7-767016E0A2D8}" dt="2025-05-12T08:19:48.860" v="282" actId="1076"/>
          <ac:spMkLst>
            <pc:docMk/>
            <pc:sldMk cId="921670182" sldId="256"/>
            <ac:spMk id="19" creationId="{82254B52-6A0C-F681-0F41-D4A24954AF91}"/>
          </ac:spMkLst>
        </pc:spChg>
        <pc:spChg chg="mod">
          <ac:chgData name="Roar Bakken Stovner" userId="a2d03bef-3036-4670-b46d-ce184aacf6f6" providerId="ADAL" clId="{DC5F3C88-F149-41BB-99F7-767016E0A2D8}" dt="2025-05-12T08:19:31.465" v="280"/>
          <ac:spMkLst>
            <pc:docMk/>
            <pc:sldMk cId="921670182" sldId="256"/>
            <ac:spMk id="23" creationId="{7CA0637A-3BFA-CD90-B1D0-0BFE7EC87B39}"/>
          </ac:spMkLst>
        </pc:spChg>
        <pc:spChg chg="mod">
          <ac:chgData name="Roar Bakken Stovner" userId="a2d03bef-3036-4670-b46d-ce184aacf6f6" providerId="ADAL" clId="{DC5F3C88-F149-41BB-99F7-767016E0A2D8}" dt="2025-05-12T08:20:16.150" v="285" actId="1076"/>
          <ac:spMkLst>
            <pc:docMk/>
            <pc:sldMk cId="921670182" sldId="256"/>
            <ac:spMk id="24" creationId="{37062170-B127-DB8A-9069-2BB63D01218F}"/>
          </ac:spMkLst>
        </pc:spChg>
        <pc:spChg chg="add mod">
          <ac:chgData name="Roar Bakken Stovner" userId="a2d03bef-3036-4670-b46d-ce184aacf6f6" providerId="ADAL" clId="{DC5F3C88-F149-41BB-99F7-767016E0A2D8}" dt="2025-05-12T08:30:32.710" v="433" actId="404"/>
          <ac:spMkLst>
            <pc:docMk/>
            <pc:sldMk cId="921670182" sldId="256"/>
            <ac:spMk id="30" creationId="{4F1807DE-4B76-8476-B362-9B00414C836F}"/>
          </ac:spMkLst>
        </pc:spChg>
        <pc:spChg chg="add mod">
          <ac:chgData name="Roar Bakken Stovner" userId="a2d03bef-3036-4670-b46d-ce184aacf6f6" providerId="ADAL" clId="{DC5F3C88-F149-41BB-99F7-767016E0A2D8}" dt="2025-05-12T08:31:24.576" v="435" actId="20577"/>
          <ac:spMkLst>
            <pc:docMk/>
            <pc:sldMk cId="921670182" sldId="256"/>
            <ac:spMk id="31" creationId="{D32BB654-981B-31D3-B641-70C26BEE240C}"/>
          </ac:spMkLst>
        </pc:spChg>
        <pc:spChg chg="add mod">
          <ac:chgData name="Roar Bakken Stovner" userId="a2d03bef-3036-4670-b46d-ce184aacf6f6" providerId="ADAL" clId="{DC5F3C88-F149-41BB-99F7-767016E0A2D8}" dt="2025-05-12T08:27:44.259" v="367" actId="14100"/>
          <ac:spMkLst>
            <pc:docMk/>
            <pc:sldMk cId="921670182" sldId="256"/>
            <ac:spMk id="33" creationId="{845F4AAD-D71E-0507-E719-022D1D901947}"/>
          </ac:spMkLst>
        </pc:spChg>
        <pc:spChg chg="add mod">
          <ac:chgData name="Roar Bakken Stovner" userId="a2d03bef-3036-4670-b46d-ce184aacf6f6" providerId="ADAL" clId="{DC5F3C88-F149-41BB-99F7-767016E0A2D8}" dt="2025-05-12T08:30:16.244" v="430" actId="14100"/>
          <ac:spMkLst>
            <pc:docMk/>
            <pc:sldMk cId="921670182" sldId="256"/>
            <ac:spMk id="57" creationId="{C66124FF-171C-C55F-8483-2EEDD50D2C92}"/>
          </ac:spMkLst>
        </pc:spChg>
        <pc:graphicFrameChg chg="add mod ord modGraphic">
          <ac:chgData name="Roar Bakken Stovner" userId="a2d03bef-3036-4670-b46d-ce184aacf6f6" providerId="ADAL" clId="{DC5F3C88-F149-41BB-99F7-767016E0A2D8}" dt="2025-05-12T08:28:28.774" v="377" actId="6549"/>
          <ac:graphicFrameMkLst>
            <pc:docMk/>
            <pc:sldMk cId="921670182" sldId="256"/>
            <ac:graphicFrameMk id="39" creationId="{3C2C511F-FCB3-1601-D436-DF61B38C6698}"/>
          </ac:graphicFrameMkLst>
        </pc:graphicFrameChg>
        <pc:cxnChg chg="mod">
          <ac:chgData name="Roar Bakken Stovner" userId="a2d03bef-3036-4670-b46d-ce184aacf6f6" providerId="ADAL" clId="{DC5F3C88-F149-41BB-99F7-767016E0A2D8}" dt="2025-05-12T08:19:10.772" v="273" actId="1076"/>
          <ac:cxnSpMkLst>
            <pc:docMk/>
            <pc:sldMk cId="921670182" sldId="256"/>
            <ac:cxnSpMk id="7" creationId="{8AA54510-EDEF-58EF-02FA-64482F38230D}"/>
          </ac:cxnSpMkLst>
        </pc:cxnChg>
        <pc:cxnChg chg="mod">
          <ac:chgData name="Roar Bakken Stovner" userId="a2d03bef-3036-4670-b46d-ce184aacf6f6" providerId="ADAL" clId="{DC5F3C88-F149-41BB-99F7-767016E0A2D8}" dt="2025-05-12T08:19:48.860" v="282" actId="1076"/>
          <ac:cxnSpMkLst>
            <pc:docMk/>
            <pc:sldMk cId="921670182" sldId="256"/>
            <ac:cxnSpMk id="21" creationId="{0796627E-138E-153D-C0C8-D84F5D483BB4}"/>
          </ac:cxnSpMkLst>
        </pc:cxnChg>
        <pc:cxnChg chg="add mod">
          <ac:chgData name="Roar Bakken Stovner" userId="a2d03bef-3036-4670-b46d-ce184aacf6f6" providerId="ADAL" clId="{DC5F3C88-F149-41BB-99F7-767016E0A2D8}" dt="2025-05-12T08:29:11.086" v="381" actId="14100"/>
          <ac:cxnSpMkLst>
            <pc:docMk/>
            <pc:sldMk cId="921670182" sldId="256"/>
            <ac:cxnSpMk id="53" creationId="{B12110C6-1CF1-405D-452E-272C72DE6833}"/>
          </ac:cxnSpMkLst>
        </pc:cxnChg>
      </pc:sldChg>
      <pc:sldChg chg="addSp delSp modSp new mod">
        <pc:chgData name="Roar Bakken Stovner" userId="a2d03bef-3036-4670-b46d-ce184aacf6f6" providerId="ADAL" clId="{DC5F3C88-F149-41BB-99F7-767016E0A2D8}" dt="2025-05-13T05:29:15.220" v="543" actId="1076"/>
        <pc:sldMkLst>
          <pc:docMk/>
          <pc:sldMk cId="1138742646" sldId="257"/>
        </pc:sldMkLst>
        <pc:spChg chg="add mod">
          <ac:chgData name="Roar Bakken Stovner" userId="a2d03bef-3036-4670-b46d-ce184aacf6f6" providerId="ADAL" clId="{DC5F3C88-F149-41BB-99F7-767016E0A2D8}" dt="2025-05-13T05:28:25.852" v="536" actId="20577"/>
          <ac:spMkLst>
            <pc:docMk/>
            <pc:sldMk cId="1138742646" sldId="257"/>
            <ac:spMk id="5" creationId="{0E90D0D1-70BB-C90C-F054-806381DEE55E}"/>
          </ac:spMkLst>
        </pc:spChg>
        <pc:spChg chg="add mod">
          <ac:chgData name="Roar Bakken Stovner" userId="a2d03bef-3036-4670-b46d-ce184aacf6f6" providerId="ADAL" clId="{DC5F3C88-F149-41BB-99F7-767016E0A2D8}" dt="2025-05-13T05:29:15.220" v="543" actId="1076"/>
          <ac:spMkLst>
            <pc:docMk/>
            <pc:sldMk cId="1138742646" sldId="257"/>
            <ac:spMk id="18" creationId="{05CCFB0D-C6B9-9123-34D5-B076E8D4A2F0}"/>
          </ac:spMkLst>
        </pc:spChg>
        <pc:spChg chg="add mod">
          <ac:chgData name="Roar Bakken Stovner" userId="a2d03bef-3036-4670-b46d-ce184aacf6f6" providerId="ADAL" clId="{DC5F3C88-F149-41BB-99F7-767016E0A2D8}" dt="2025-05-13T05:29:09.076" v="542" actId="1076"/>
          <ac:spMkLst>
            <pc:docMk/>
            <pc:sldMk cId="1138742646" sldId="257"/>
            <ac:spMk id="19" creationId="{A181F08A-0349-17F9-659A-A86AC34F42F3}"/>
          </ac:spMkLst>
        </pc:spChg>
        <pc:spChg chg="add mod">
          <ac:chgData name="Roar Bakken Stovner" userId="a2d03bef-3036-4670-b46d-ce184aacf6f6" providerId="ADAL" clId="{DC5F3C88-F149-41BB-99F7-767016E0A2D8}" dt="2025-05-13T05:29:04.991" v="541" actId="1076"/>
          <ac:spMkLst>
            <pc:docMk/>
            <pc:sldMk cId="1138742646" sldId="257"/>
            <ac:spMk id="20" creationId="{074314CC-EF45-1B5B-8134-91BB3186AD06}"/>
          </ac:spMkLst>
        </pc:spChg>
      </pc:sldChg>
    </pc:docChg>
  </pc:docChgLst>
  <pc:docChgLst>
    <pc:chgData name="Roar Bakken Stovner" userId="a2d03bef-3036-4670-b46d-ce184aacf6f6" providerId="ADAL" clId="{2F6687FE-AE12-4B8F-83ED-A5E520814340}"/>
    <pc:docChg chg="custSel addSld modSld">
      <pc:chgData name="Roar Bakken Stovner" userId="a2d03bef-3036-4670-b46d-ce184aacf6f6" providerId="ADAL" clId="{2F6687FE-AE12-4B8F-83ED-A5E520814340}" dt="2025-05-22T11:31:47.949" v="411" actId="6549"/>
      <pc:docMkLst>
        <pc:docMk/>
      </pc:docMkLst>
      <pc:sldChg chg="addSp delSp modSp new mod">
        <pc:chgData name="Roar Bakken Stovner" userId="a2d03bef-3036-4670-b46d-ce184aacf6f6" providerId="ADAL" clId="{2F6687FE-AE12-4B8F-83ED-A5E520814340}" dt="2025-05-22T11:31:47.949" v="411" actId="6549"/>
        <pc:sldMkLst>
          <pc:docMk/>
          <pc:sldMk cId="2203926398" sldId="258"/>
        </pc:sldMkLst>
        <pc:spChg chg="add del mod">
          <ac:chgData name="Roar Bakken Stovner" userId="a2d03bef-3036-4670-b46d-ce184aacf6f6" providerId="ADAL" clId="{2F6687FE-AE12-4B8F-83ED-A5E520814340}" dt="2025-05-22T11:19:12.761" v="23" actId="478"/>
          <ac:spMkLst>
            <pc:docMk/>
            <pc:sldMk cId="2203926398" sldId="258"/>
            <ac:spMk id="2" creationId="{C15928DD-196E-F49E-C80F-2C9E6E8A5E04}"/>
          </ac:spMkLst>
        </pc:spChg>
        <pc:spChg chg="add del mod">
          <ac:chgData name="Roar Bakken Stovner" userId="a2d03bef-3036-4670-b46d-ce184aacf6f6" providerId="ADAL" clId="{2F6687FE-AE12-4B8F-83ED-A5E520814340}" dt="2025-05-22T11:19:13.310" v="24" actId="478"/>
          <ac:spMkLst>
            <pc:docMk/>
            <pc:sldMk cId="2203926398" sldId="258"/>
            <ac:spMk id="3" creationId="{27C91099-4CF3-CD70-F776-6D54A9DE7101}"/>
          </ac:spMkLst>
        </pc:spChg>
        <pc:spChg chg="add mod">
          <ac:chgData name="Roar Bakken Stovner" userId="a2d03bef-3036-4670-b46d-ce184aacf6f6" providerId="ADAL" clId="{2F6687FE-AE12-4B8F-83ED-A5E520814340}" dt="2025-05-22T11:19:43.118" v="72" actId="403"/>
          <ac:spMkLst>
            <pc:docMk/>
            <pc:sldMk cId="2203926398" sldId="258"/>
            <ac:spMk id="4" creationId="{10194556-8C0D-13E2-3D94-DD527504A230}"/>
          </ac:spMkLst>
        </pc:spChg>
        <pc:spChg chg="add mod">
          <ac:chgData name="Roar Bakken Stovner" userId="a2d03bef-3036-4670-b46d-ce184aacf6f6" providerId="ADAL" clId="{2F6687FE-AE12-4B8F-83ED-A5E520814340}" dt="2025-05-22T11:19:17.920" v="25" actId="1076"/>
          <ac:spMkLst>
            <pc:docMk/>
            <pc:sldMk cId="2203926398" sldId="258"/>
            <ac:spMk id="5" creationId="{26124172-39FD-92C3-D011-CB78804ADB05}"/>
          </ac:spMkLst>
        </pc:spChg>
        <pc:spChg chg="add del mod">
          <ac:chgData name="Roar Bakken Stovner" userId="a2d03bef-3036-4670-b46d-ce184aacf6f6" providerId="ADAL" clId="{2F6687FE-AE12-4B8F-83ED-A5E520814340}" dt="2025-05-22T11:19:45.961" v="73" actId="478"/>
          <ac:spMkLst>
            <pc:docMk/>
            <pc:sldMk cId="2203926398" sldId="258"/>
            <ac:spMk id="6" creationId="{D05EFBE0-0668-8D55-BDAB-6834CA11DE36}"/>
          </ac:spMkLst>
        </pc:spChg>
        <pc:spChg chg="add mod">
          <ac:chgData name="Roar Bakken Stovner" userId="a2d03bef-3036-4670-b46d-ce184aacf6f6" providerId="ADAL" clId="{2F6687FE-AE12-4B8F-83ED-A5E520814340}" dt="2025-05-22T11:20:30.582" v="101" actId="1076"/>
          <ac:spMkLst>
            <pc:docMk/>
            <pc:sldMk cId="2203926398" sldId="258"/>
            <ac:spMk id="7" creationId="{55F3D9AC-FF54-B4EE-3512-71BCD78BD345}"/>
          </ac:spMkLst>
        </pc:spChg>
        <pc:spChg chg="add mod">
          <ac:chgData name="Roar Bakken Stovner" userId="a2d03bef-3036-4670-b46d-ce184aacf6f6" providerId="ADAL" clId="{2F6687FE-AE12-4B8F-83ED-A5E520814340}" dt="2025-05-22T11:31:34.724" v="410" actId="1076"/>
          <ac:spMkLst>
            <pc:docMk/>
            <pc:sldMk cId="2203926398" sldId="258"/>
            <ac:spMk id="11" creationId="{03FD91A1-BAC1-B55D-9F37-50AA4DFA5206}"/>
          </ac:spMkLst>
        </pc:spChg>
        <pc:spChg chg="add mod">
          <ac:chgData name="Roar Bakken Stovner" userId="a2d03bef-3036-4670-b46d-ce184aacf6f6" providerId="ADAL" clId="{2F6687FE-AE12-4B8F-83ED-A5E520814340}" dt="2025-05-22T11:31:47.949" v="411" actId="6549"/>
          <ac:spMkLst>
            <pc:docMk/>
            <pc:sldMk cId="2203926398" sldId="258"/>
            <ac:spMk id="14" creationId="{CF210B2A-A066-9647-A23A-DA8307C4BB36}"/>
          </ac:spMkLst>
        </pc:spChg>
        <pc:cxnChg chg="add mod">
          <ac:chgData name="Roar Bakken Stovner" userId="a2d03bef-3036-4670-b46d-ce184aacf6f6" providerId="ADAL" clId="{2F6687FE-AE12-4B8F-83ED-A5E520814340}" dt="2025-05-22T11:20:30.582" v="101" actId="1076"/>
          <ac:cxnSpMkLst>
            <pc:docMk/>
            <pc:sldMk cId="2203926398" sldId="258"/>
            <ac:cxnSpMk id="9" creationId="{51F31A94-9958-DC06-C09F-0B06E06201AE}"/>
          </ac:cxnSpMkLst>
        </pc:cxnChg>
        <pc:cxnChg chg="add mod">
          <ac:chgData name="Roar Bakken Stovner" userId="a2d03bef-3036-4670-b46d-ce184aacf6f6" providerId="ADAL" clId="{2F6687FE-AE12-4B8F-83ED-A5E520814340}" dt="2025-05-22T11:31:34.724" v="410" actId="1076"/>
          <ac:cxnSpMkLst>
            <pc:docMk/>
            <pc:sldMk cId="2203926398" sldId="258"/>
            <ac:cxnSpMk id="13" creationId="{F4DA663A-6DD8-3118-1177-BB5A22E664E7}"/>
          </ac:cxnSpMkLst>
        </pc:cxnChg>
        <pc:cxnChg chg="add mod">
          <ac:chgData name="Roar Bakken Stovner" userId="a2d03bef-3036-4670-b46d-ce184aacf6f6" providerId="ADAL" clId="{2F6687FE-AE12-4B8F-83ED-A5E520814340}" dt="2025-05-22T11:31:47.949" v="411" actId="6549"/>
          <ac:cxnSpMkLst>
            <pc:docMk/>
            <pc:sldMk cId="2203926398" sldId="258"/>
            <ac:cxnSpMk id="15" creationId="{465C09E4-B277-03C3-608B-9D863EA460C3}"/>
          </ac:cxnSpMkLst>
        </pc:cxn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CB1E9F-F19C-5F2A-8EB2-F65EFFB21B5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nb-NO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10996FE-8B90-23BD-D797-881AB3C1787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nb-NO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9CBDDD6-0692-DC76-EA4A-3C1D827DC4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1F1D51-6559-429C-8767-371936093D5C}" type="datetimeFigureOut">
              <a:rPr lang="nb-NO" smtClean="0"/>
              <a:t>04.08.2026</a:t>
            </a:fld>
            <a:endParaRPr lang="nb-NO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D423844-3D2E-5A64-50AB-E9C8285876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F13822-6646-EADA-0A5B-3914C46496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01BE02-9A21-433A-B0FB-4448ACFC4B40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349922419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060091-C965-ADDA-62AF-9D6E535824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nb-NO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349BFAC-5752-2805-2CCB-16010048AE7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b-NO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CEB8D8F-165D-E1E6-59B4-FDAC3E10FA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1F1D51-6559-429C-8767-371936093D5C}" type="datetimeFigureOut">
              <a:rPr lang="nb-NO" smtClean="0"/>
              <a:t>04.08.2026</a:t>
            </a:fld>
            <a:endParaRPr lang="nb-NO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A00CE88-6603-0E66-70F9-F311913811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E3207D-BA9B-69EA-A77E-BA062E4036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01BE02-9A21-433A-B0FB-4448ACFC4B40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47116615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5CF835-A6CD-34AB-CB7A-8C281B1A7B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nb-NO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BF0CC7A-4118-5D11-7BF5-148CB0AD0D2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1C65700-5B5B-DB58-66D3-914C3A2C45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1F1D51-6559-429C-8767-371936093D5C}" type="datetimeFigureOut">
              <a:rPr lang="nb-NO" smtClean="0"/>
              <a:t>04.08.2026</a:t>
            </a:fld>
            <a:endParaRPr lang="nb-NO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26F6192-579B-C86D-A42E-7930B1DA36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53A7DEE-EA49-A43C-9050-26AE9C266A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01BE02-9A21-433A-B0FB-4448ACFC4B40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173862233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3CD87E-A785-386F-6B85-038F49947E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nb-NO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DD67E8-90AD-51D3-BFB9-83F7F812CAA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b-NO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012D268-F19C-6E70-D661-5AF04AB6994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b-NO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F32E9D3-7FCB-CE5C-7FF5-C2DC0B4F15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1F1D51-6559-429C-8767-371936093D5C}" type="datetimeFigureOut">
              <a:rPr lang="nb-NO" smtClean="0"/>
              <a:t>04.08.2026</a:t>
            </a:fld>
            <a:endParaRPr lang="nb-NO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B01B8E1-65DA-8555-AF72-ADF5B69374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15D76A1-5A37-087E-5A5B-CAD617427C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01BE02-9A21-433A-B0FB-4448ACFC4B40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53342743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9C7A4B-79E7-B69E-DA2E-D7350C2DAB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nb-NO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2DB1434-FF36-B0EB-BDBA-88F6513C92E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21D3C9F-2683-1D5A-26B4-2CAF8FA473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b-NO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6E36F96-63A5-591D-275C-E5CA690A2E0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49DCE81-875A-45D6-C9FF-EF3BC426336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b-NO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34770CF-6FE3-A39F-C0C3-D99E01F7CE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1F1D51-6559-429C-8767-371936093D5C}" type="datetimeFigureOut">
              <a:rPr lang="nb-NO" smtClean="0"/>
              <a:t>04.08.2026</a:t>
            </a:fld>
            <a:endParaRPr lang="nb-NO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E0DA903-D92B-5B9A-F812-3ED331C84C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BE48FB8-551D-9986-CA0C-01CA4519BF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01BE02-9A21-433A-B0FB-4448ACFC4B40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383760170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6CCADC-13BA-2734-3A4D-0D7C8F6624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nb-NO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5165B85-E0F8-8674-37D6-83A67E5206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1F1D51-6559-429C-8767-371936093D5C}" type="datetimeFigureOut">
              <a:rPr lang="nb-NO" smtClean="0"/>
              <a:t>04.08.2026</a:t>
            </a:fld>
            <a:endParaRPr lang="nb-NO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C1919BA-E62D-7893-AFB3-29575EB038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1BDF310-2CC9-750B-E5FB-7B68DE98EB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01BE02-9A21-433A-B0FB-4448ACFC4B40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220233219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8E522C4-939D-8619-F7D0-0FD9316996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1F1D51-6559-429C-8767-371936093D5C}" type="datetimeFigureOut">
              <a:rPr lang="nb-NO" smtClean="0"/>
              <a:t>04.08.2026</a:t>
            </a:fld>
            <a:endParaRPr lang="nb-NO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EB3F879-B7DF-18A2-4369-45E553AB17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89B5EB6-80E9-446A-FE86-3CA0B36476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01BE02-9A21-433A-B0FB-4448ACFC4B40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120001706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2D6FF0-0DDA-A6DE-A534-3643E84CDD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nb-NO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015F5D-5299-FC96-2E57-68A0AFAB22B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b-NO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F09E9F3-ED2D-CCCB-D016-6F92E12F645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45DF703-AD8B-670B-E176-EB8FD9EDF7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1F1D51-6559-429C-8767-371936093D5C}" type="datetimeFigureOut">
              <a:rPr lang="nb-NO" smtClean="0"/>
              <a:t>04.08.2026</a:t>
            </a:fld>
            <a:endParaRPr lang="nb-NO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9DE5708-D6E9-0401-457B-8C2F943FA7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31F45B2-F1AB-5393-472F-DD01E93719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01BE02-9A21-433A-B0FB-4448ACFC4B40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355106063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1CEAFF-6954-D3AE-8B4C-CBFA1C932F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nb-NO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A00F341-00FF-3E9B-0F78-CC54B007C20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nb-NO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AF6A1C5-46C4-0FA5-F7E8-3313FCEDEB8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FB32EFA-E4B0-AB64-ABB7-9925296B8F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1F1D51-6559-429C-8767-371936093D5C}" type="datetimeFigureOut">
              <a:rPr lang="nb-NO" smtClean="0"/>
              <a:t>04.08.2026</a:t>
            </a:fld>
            <a:endParaRPr lang="nb-NO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A5EA296-D1BC-66AF-D222-611D8AAC3E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209A0FE-A5AE-0462-E156-A35B44737C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01BE02-9A21-433A-B0FB-4448ACFC4B40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216371269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967D85-C9B7-0AA9-4B80-67C07DB23A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nb-NO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18BEEFB-F4C9-07C2-8BE8-FA3A9A35661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b-NO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724E8EA-7544-05DF-FE61-8706D14D0F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1F1D51-6559-429C-8767-371936093D5C}" type="datetimeFigureOut">
              <a:rPr lang="nb-NO" smtClean="0"/>
              <a:t>04.08.2026</a:t>
            </a:fld>
            <a:endParaRPr lang="nb-NO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C022E64-BC10-7A98-24C9-87CA91B580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FDBB569-4C96-E0CF-FE78-E5D8EA5DA8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01BE02-9A21-433A-B0FB-4448ACFC4B40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177767436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C5F0291-BF78-600D-3467-CBC4396D0EB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nb-NO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76B2E57-E2A3-65AD-D7FF-9A77EA7CB07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b-NO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2DE1CB9-2D79-CA93-A262-F4AAD273E9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1F1D51-6559-429C-8767-371936093D5C}" type="datetimeFigureOut">
              <a:rPr lang="nb-NO" smtClean="0"/>
              <a:t>04.08.2026</a:t>
            </a:fld>
            <a:endParaRPr lang="nb-NO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AB8EA68-881F-AC0B-C115-2442DEC20E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4ED1F96-854F-7622-2584-F5D7C7C95A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01BE02-9A21-433A-B0FB-4448ACFC4B40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223800631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123CB95-23AB-BEFB-B515-B10759364F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nb-NO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F4D2285-3CE5-FA97-D15F-5B8D7A88069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b-NO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9CD8929-473B-3A52-6EF5-EE62D179C7F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41F1D51-6559-429C-8767-371936093D5C}" type="datetimeFigureOut">
              <a:rPr lang="nb-NO" smtClean="0"/>
              <a:t>04.08.2026</a:t>
            </a:fld>
            <a:endParaRPr lang="nb-NO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4E1FD41-B58D-BE47-E359-109D6FD2B00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nb-NO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1C6149B-9C90-0401-BE20-1ABF67ED0D0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401BE02-9A21-433A-B0FB-4448ACFC4B40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10023752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nb-N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9" name="Table 38">
            <a:extLst>
              <a:ext uri="{FF2B5EF4-FFF2-40B4-BE49-F238E27FC236}">
                <a16:creationId xmlns:a16="http://schemas.microsoft.com/office/drawing/2014/main" id="{3C2C511F-FCB3-1601-D436-DF61B38C669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86873533"/>
              </p:ext>
            </p:extLst>
          </p:nvPr>
        </p:nvGraphicFramePr>
        <p:xfrm>
          <a:off x="7691839" y="3714750"/>
          <a:ext cx="2084400" cy="123802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94800">
                  <a:extLst>
                    <a:ext uri="{9D8B030D-6E8A-4147-A177-3AD203B41FA5}">
                      <a16:colId xmlns:a16="http://schemas.microsoft.com/office/drawing/2014/main" val="1522927247"/>
                    </a:ext>
                  </a:extLst>
                </a:gridCol>
                <a:gridCol w="694800">
                  <a:extLst>
                    <a:ext uri="{9D8B030D-6E8A-4147-A177-3AD203B41FA5}">
                      <a16:colId xmlns:a16="http://schemas.microsoft.com/office/drawing/2014/main" val="4020366637"/>
                    </a:ext>
                  </a:extLst>
                </a:gridCol>
                <a:gridCol w="694800">
                  <a:extLst>
                    <a:ext uri="{9D8B030D-6E8A-4147-A177-3AD203B41FA5}">
                      <a16:colId xmlns:a16="http://schemas.microsoft.com/office/drawing/2014/main" val="677546044"/>
                    </a:ext>
                  </a:extLst>
                </a:gridCol>
              </a:tblGrid>
              <a:tr h="247605">
                <a:tc>
                  <a:txBody>
                    <a:bodyPr/>
                    <a:lstStyle/>
                    <a:p>
                      <a:pPr algn="ctr"/>
                      <a:r>
                        <a:rPr lang="nb-NO" sz="1400" dirty="0"/>
                        <a:t>Deltager</a:t>
                      </a: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/>
                      <a:r>
                        <a:rPr lang="nb-NO" sz="1400" dirty="0"/>
                        <a:t>Fødeår</a:t>
                      </a: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/>
                      <a:r>
                        <a:rPr lang="nb-NO" sz="1400" dirty="0"/>
                        <a:t> Alder</a:t>
                      </a: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2884070677"/>
                  </a:ext>
                </a:extLst>
              </a:tr>
              <a:tr h="247605">
                <a:tc>
                  <a:txBody>
                    <a:bodyPr/>
                    <a:lstStyle/>
                    <a:p>
                      <a:pPr algn="ctr"/>
                      <a:r>
                        <a:rPr lang="nb-NO" sz="1400" dirty="0"/>
                        <a:t>1</a:t>
                      </a: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nb-NO" sz="1400" dirty="0"/>
                        <a:t>2004</a:t>
                      </a: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nb-NO" sz="1400" dirty="0"/>
                        <a:t>21</a:t>
                      </a: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802426400"/>
                  </a:ext>
                </a:extLst>
              </a:tr>
              <a:tr h="247605">
                <a:tc>
                  <a:txBody>
                    <a:bodyPr/>
                    <a:lstStyle/>
                    <a:p>
                      <a:pPr algn="ctr"/>
                      <a:r>
                        <a:rPr lang="nb-NO" sz="1400" dirty="0"/>
                        <a:t>2</a:t>
                      </a: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nb-NO" sz="1400" dirty="0"/>
                        <a:t>1987</a:t>
                      </a: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nb-NO" sz="1400" dirty="0"/>
                        <a:t>28</a:t>
                      </a: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832527709"/>
                  </a:ext>
                </a:extLst>
              </a:tr>
              <a:tr h="247605">
                <a:tc>
                  <a:txBody>
                    <a:bodyPr/>
                    <a:lstStyle/>
                    <a:p>
                      <a:pPr algn="ctr"/>
                      <a:r>
                        <a:rPr lang="nb-NO" sz="1400" dirty="0"/>
                        <a:t>3</a:t>
                      </a: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nb-NO" sz="1400" dirty="0"/>
                        <a:t>1953</a:t>
                      </a: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nb-NO" sz="1400" dirty="0"/>
                        <a:t>72</a:t>
                      </a: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4159754670"/>
                  </a:ext>
                </a:extLst>
              </a:tr>
              <a:tr h="247605">
                <a:tc>
                  <a:txBody>
                    <a:bodyPr/>
                    <a:lstStyle/>
                    <a:p>
                      <a:r>
                        <a:rPr lang="nb-NO" sz="1400" dirty="0"/>
                        <a:t>…</a:t>
                      </a: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r>
                        <a:rPr lang="nb-NO" sz="1400" dirty="0"/>
                        <a:t>…</a:t>
                      </a: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nb-NO" sz="1400" dirty="0"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2996911665"/>
                  </a:ext>
                </a:extLst>
              </a:tr>
            </a:tbl>
          </a:graphicData>
        </a:graphic>
      </p:graphicFrame>
      <p:sp>
        <p:nvSpPr>
          <p:cNvPr id="4" name="Rectangle 3">
            <a:extLst>
              <a:ext uri="{FF2B5EF4-FFF2-40B4-BE49-F238E27FC236}">
                <a16:creationId xmlns:a16="http://schemas.microsoft.com/office/drawing/2014/main" id="{CB1FC338-8168-6F7E-3C33-2887B1792DFA}"/>
              </a:ext>
            </a:extLst>
          </p:cNvPr>
          <p:cNvSpPr/>
          <p:nvPr/>
        </p:nvSpPr>
        <p:spPr>
          <a:xfrm>
            <a:off x="95539" y="2476500"/>
            <a:ext cx="2084244" cy="123825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b-NO" dirty="0">
                <a:solidFill>
                  <a:schemeClr val="tx1"/>
                </a:solidFill>
              </a:rPr>
              <a:t>Teoretisk konstrukt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EE3AB6A-8414-0274-FD4E-AE1425851EB8}"/>
              </a:ext>
            </a:extLst>
          </p:cNvPr>
          <p:cNvSpPr/>
          <p:nvPr/>
        </p:nvSpPr>
        <p:spPr>
          <a:xfrm>
            <a:off x="4005472" y="2476500"/>
            <a:ext cx="1866321" cy="123825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b-NO" dirty="0">
                <a:solidFill>
                  <a:schemeClr val="tx1"/>
                </a:solidFill>
              </a:rPr>
              <a:t>Målemetode</a:t>
            </a: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8AA54510-EDEF-58EF-02FA-64482F38230D}"/>
              </a:ext>
            </a:extLst>
          </p:cNvPr>
          <p:cNvCxnSpPr>
            <a:cxnSpLocks/>
            <a:stCxn id="4" idx="3"/>
            <a:endCxn id="5" idx="1"/>
          </p:cNvCxnSpPr>
          <p:nvPr/>
        </p:nvCxnSpPr>
        <p:spPr>
          <a:xfrm>
            <a:off x="2179783" y="3095625"/>
            <a:ext cx="1825689" cy="0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9" name="Rectangle 18">
            <a:extLst>
              <a:ext uri="{FF2B5EF4-FFF2-40B4-BE49-F238E27FC236}">
                <a16:creationId xmlns:a16="http://schemas.microsoft.com/office/drawing/2014/main" id="{82254B52-6A0C-F681-0F41-D4A24954AF91}"/>
              </a:ext>
            </a:extLst>
          </p:cNvPr>
          <p:cNvSpPr/>
          <p:nvPr/>
        </p:nvSpPr>
        <p:spPr>
          <a:xfrm>
            <a:off x="7691839" y="2476500"/>
            <a:ext cx="2084400" cy="12384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b-NO" dirty="0">
                <a:solidFill>
                  <a:schemeClr val="tx1"/>
                </a:solidFill>
              </a:rPr>
              <a:t>Variabel</a:t>
            </a:r>
          </a:p>
        </p:txBody>
      </p: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0796627E-138E-153D-C0C8-D84F5D483BB4}"/>
              </a:ext>
            </a:extLst>
          </p:cNvPr>
          <p:cNvCxnSpPr>
            <a:cxnSpLocks/>
            <a:stCxn id="5" idx="3"/>
            <a:endCxn id="19" idx="1"/>
          </p:cNvCxnSpPr>
          <p:nvPr/>
        </p:nvCxnSpPr>
        <p:spPr>
          <a:xfrm>
            <a:off x="5871793" y="3095625"/>
            <a:ext cx="1820046" cy="75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7CA0637A-3BFA-CD90-B1D0-0BFE7EC87B39}"/>
              </a:ext>
            </a:extLst>
          </p:cNvPr>
          <p:cNvSpPr txBox="1"/>
          <p:nvPr/>
        </p:nvSpPr>
        <p:spPr>
          <a:xfrm>
            <a:off x="2179783" y="2601284"/>
            <a:ext cx="186632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1600" dirty="0"/>
              <a:t>Operasjonalisering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37062170-B127-DB8A-9069-2BB63D01218F}"/>
              </a:ext>
            </a:extLst>
          </p:cNvPr>
          <p:cNvSpPr txBox="1"/>
          <p:nvPr/>
        </p:nvSpPr>
        <p:spPr>
          <a:xfrm>
            <a:off x="5991451" y="2601284"/>
            <a:ext cx="158073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nb-NO" sz="1600" dirty="0"/>
              <a:t>Datainnsamling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4F1807DE-4B76-8476-B362-9B00414C836F}"/>
              </a:ext>
            </a:extLst>
          </p:cNvPr>
          <p:cNvSpPr/>
          <p:nvPr/>
        </p:nvSpPr>
        <p:spPr>
          <a:xfrm>
            <a:off x="95538" y="3714750"/>
            <a:ext cx="2084244" cy="123825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b-NO" sz="1600" dirty="0">
                <a:solidFill>
                  <a:schemeClr val="tx1"/>
                </a:solidFill>
              </a:rPr>
              <a:t>Alder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D32BB654-981B-31D3-B641-70C26BEE240C}"/>
              </a:ext>
            </a:extLst>
          </p:cNvPr>
          <p:cNvSpPr/>
          <p:nvPr/>
        </p:nvSpPr>
        <p:spPr>
          <a:xfrm>
            <a:off x="4005472" y="3714750"/>
            <a:ext cx="1866321" cy="123825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b-NO" sz="1600" dirty="0">
                <a:solidFill>
                  <a:schemeClr val="tx1"/>
                </a:solidFill>
              </a:rPr>
              <a:t>Selvrapportert fra nettspørreskjema:</a:t>
            </a:r>
            <a:br>
              <a:rPr lang="nb-NO" sz="1600" dirty="0">
                <a:solidFill>
                  <a:schemeClr val="tx1"/>
                </a:solidFill>
              </a:rPr>
            </a:br>
            <a:r>
              <a:rPr lang="nb-NO" sz="1600" dirty="0">
                <a:solidFill>
                  <a:schemeClr val="tx1"/>
                </a:solidFill>
              </a:rPr>
              <a:t>«I hvilket år ble du født?»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845F4AAD-D71E-0507-E719-022D1D901947}"/>
              </a:ext>
            </a:extLst>
          </p:cNvPr>
          <p:cNvSpPr/>
          <p:nvPr/>
        </p:nvSpPr>
        <p:spPr>
          <a:xfrm>
            <a:off x="7691839" y="3714750"/>
            <a:ext cx="2084400" cy="12384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 dirty="0">
              <a:solidFill>
                <a:schemeClr val="tx1"/>
              </a:solidFill>
            </a:endParaRPr>
          </a:p>
        </p:txBody>
      </p:sp>
      <p:cxnSp>
        <p:nvCxnSpPr>
          <p:cNvPr id="53" name="Connector: Curved 52">
            <a:extLst>
              <a:ext uri="{FF2B5EF4-FFF2-40B4-BE49-F238E27FC236}">
                <a16:creationId xmlns:a16="http://schemas.microsoft.com/office/drawing/2014/main" id="{B12110C6-1CF1-405D-452E-272C72DE6833}"/>
              </a:ext>
            </a:extLst>
          </p:cNvPr>
          <p:cNvCxnSpPr>
            <a:cxnSpLocks/>
            <a:stCxn id="33" idx="2"/>
          </p:cNvCxnSpPr>
          <p:nvPr/>
        </p:nvCxnSpPr>
        <p:spPr>
          <a:xfrm rot="5400000" flipH="1" flipV="1">
            <a:off x="9081920" y="4604744"/>
            <a:ext cx="525" cy="696288"/>
          </a:xfrm>
          <a:prstGeom prst="curvedConnector4">
            <a:avLst>
              <a:gd name="adj1" fmla="val -43542857"/>
              <a:gd name="adj2" fmla="val 97384"/>
            </a:avLst>
          </a:prstGeom>
          <a:ln w="3810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57" name="TextBox 56">
            <a:extLst>
              <a:ext uri="{FF2B5EF4-FFF2-40B4-BE49-F238E27FC236}">
                <a16:creationId xmlns:a16="http://schemas.microsoft.com/office/drawing/2014/main" id="{C66124FF-171C-C55F-8483-2EEDD50D2C92}"/>
              </a:ext>
            </a:extLst>
          </p:cNvPr>
          <p:cNvSpPr txBox="1"/>
          <p:nvPr/>
        </p:nvSpPr>
        <p:spPr>
          <a:xfrm>
            <a:off x="8369814" y="5150143"/>
            <a:ext cx="160545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nb-NO" sz="1600" dirty="0"/>
              <a:t>Etterbehandling av data</a:t>
            </a:r>
          </a:p>
        </p:txBody>
      </p:sp>
    </p:spTree>
    <p:extLst>
      <p:ext uri="{BB962C8B-B14F-4D97-AF65-F5344CB8AC3E}">
        <p14:creationId xmlns:p14="http://schemas.microsoft.com/office/powerpoint/2010/main" val="92167018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0E90D0D1-70BB-C90C-F054-806381DEE55E}"/>
              </a:ext>
            </a:extLst>
          </p:cNvPr>
          <p:cNvSpPr txBox="1"/>
          <p:nvPr/>
        </p:nvSpPr>
        <p:spPr>
          <a:xfrm>
            <a:off x="2590800" y="2161324"/>
            <a:ext cx="6096000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AutoNum type="arabicParenBoth"/>
            </a:pPr>
            <a:r>
              <a:rPr lang="nb-NO" dirty="0"/>
              <a:t>Temperaturene stiger på grunn av menneskelig aktivitet.</a:t>
            </a:r>
          </a:p>
          <a:p>
            <a:pPr marL="342900" indent="-342900">
              <a:buAutoNum type="arabicParenBoth"/>
            </a:pPr>
            <a:endParaRPr lang="nb-NO" dirty="0"/>
          </a:p>
          <a:p>
            <a:pPr marL="342900" indent="-342900">
              <a:buAutoNum type="arabicParenBoth"/>
            </a:pPr>
            <a:r>
              <a:rPr lang="nb-NO" dirty="0"/>
              <a:t>Temperaturene stiger, men vi vet ikke hvorfor.</a:t>
            </a:r>
          </a:p>
          <a:p>
            <a:pPr marL="342900" indent="-342900">
              <a:buAutoNum type="arabicParenBoth"/>
            </a:pPr>
            <a:endParaRPr lang="nb-NO" dirty="0"/>
          </a:p>
          <a:p>
            <a:pPr marL="342900" indent="-342900">
              <a:buAutoNum type="arabicParenBoth"/>
            </a:pPr>
            <a:r>
              <a:rPr lang="nb-NO" dirty="0"/>
              <a:t> Temperaturene stiger, men ikke på grunn av mennesker.</a:t>
            </a:r>
          </a:p>
          <a:p>
            <a:pPr marL="342900" indent="-342900">
              <a:buAutoNum type="arabicParenBoth"/>
            </a:pPr>
            <a:endParaRPr lang="nb-NO" dirty="0"/>
          </a:p>
          <a:p>
            <a:pPr marL="342900" indent="-342900">
              <a:buAutoNum type="arabicParenBoth"/>
            </a:pPr>
            <a:endParaRPr lang="nb-NO" dirty="0"/>
          </a:p>
          <a:p>
            <a:pPr marL="342900" indent="-342900">
              <a:buAutoNum type="arabicParenBoth"/>
            </a:pPr>
            <a:r>
              <a:rPr lang="nb-NO" dirty="0"/>
              <a:t>Temperaturene stiger ikke</a:t>
            </a:r>
          </a:p>
        </p:txBody>
      </p:sp>
      <p:sp>
        <p:nvSpPr>
          <p:cNvPr id="18" name="Arrow: Curved Right 17">
            <a:extLst>
              <a:ext uri="{FF2B5EF4-FFF2-40B4-BE49-F238E27FC236}">
                <a16:creationId xmlns:a16="http://schemas.microsoft.com/office/drawing/2014/main" id="{05CCFB0D-C6B9-9123-34D5-B076E8D4A2F0}"/>
              </a:ext>
            </a:extLst>
          </p:cNvPr>
          <p:cNvSpPr/>
          <p:nvPr/>
        </p:nvSpPr>
        <p:spPr>
          <a:xfrm>
            <a:off x="2295144" y="3514206"/>
            <a:ext cx="295656" cy="800513"/>
          </a:xfrm>
          <a:prstGeom prst="curvedRightArrow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 dirty="0">
              <a:solidFill>
                <a:schemeClr val="tx1"/>
              </a:solidFill>
            </a:endParaRPr>
          </a:p>
        </p:txBody>
      </p:sp>
      <p:sp>
        <p:nvSpPr>
          <p:cNvPr id="19" name="Arrow: Curved Right 18">
            <a:extLst>
              <a:ext uri="{FF2B5EF4-FFF2-40B4-BE49-F238E27FC236}">
                <a16:creationId xmlns:a16="http://schemas.microsoft.com/office/drawing/2014/main" id="{A181F08A-0349-17F9-659A-A86AC34F42F3}"/>
              </a:ext>
            </a:extLst>
          </p:cNvPr>
          <p:cNvSpPr/>
          <p:nvPr/>
        </p:nvSpPr>
        <p:spPr>
          <a:xfrm>
            <a:off x="2295144" y="2370842"/>
            <a:ext cx="295656" cy="483029"/>
          </a:xfrm>
          <a:prstGeom prst="curvedRightArrow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 dirty="0">
              <a:solidFill>
                <a:schemeClr val="tx1"/>
              </a:solidFill>
            </a:endParaRPr>
          </a:p>
        </p:txBody>
      </p:sp>
      <p:sp>
        <p:nvSpPr>
          <p:cNvPr id="20" name="Arrow: Curved Right 19">
            <a:extLst>
              <a:ext uri="{FF2B5EF4-FFF2-40B4-BE49-F238E27FC236}">
                <a16:creationId xmlns:a16="http://schemas.microsoft.com/office/drawing/2014/main" id="{074314CC-EF45-1B5B-8134-91BB3186AD06}"/>
              </a:ext>
            </a:extLst>
          </p:cNvPr>
          <p:cNvSpPr/>
          <p:nvPr/>
        </p:nvSpPr>
        <p:spPr>
          <a:xfrm>
            <a:off x="2295144" y="2942524"/>
            <a:ext cx="295656" cy="483029"/>
          </a:xfrm>
          <a:prstGeom prst="curvedRightArrow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3874264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10194556-8C0D-13E2-3D94-DD527504A230}"/>
              </a:ext>
            </a:extLst>
          </p:cNvPr>
          <p:cNvSpPr/>
          <p:nvPr/>
        </p:nvSpPr>
        <p:spPr>
          <a:xfrm>
            <a:off x="2836334" y="1824566"/>
            <a:ext cx="5088466" cy="2954867"/>
          </a:xfrm>
          <a:prstGeom prst="ellipse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b-NO" sz="3200" dirty="0">
                <a:solidFill>
                  <a:schemeClr val="tx1"/>
                </a:solidFill>
              </a:rPr>
              <a:t>Konstruktet som skal måles</a:t>
            </a: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26124172-39FD-92C3-D011-CB78804ADB05}"/>
              </a:ext>
            </a:extLst>
          </p:cNvPr>
          <p:cNvSpPr/>
          <p:nvPr/>
        </p:nvSpPr>
        <p:spPr>
          <a:xfrm>
            <a:off x="5393267" y="1172633"/>
            <a:ext cx="2929467" cy="4512733"/>
          </a:xfrm>
          <a:prstGeom prst="ellipse">
            <a:avLst/>
          </a:prstGeom>
          <a:solidFill>
            <a:srgbClr val="FBE3D6">
              <a:alpha val="20000"/>
            </a:srgbClr>
          </a:solidFill>
          <a:ln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 dirty="0">
              <a:solidFill>
                <a:schemeClr val="tx1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5F3D9AC-FF54-B4EE-3512-71BCD78BD345}"/>
              </a:ext>
            </a:extLst>
          </p:cNvPr>
          <p:cNvSpPr txBox="1"/>
          <p:nvPr/>
        </p:nvSpPr>
        <p:spPr>
          <a:xfrm>
            <a:off x="8382001" y="904957"/>
            <a:ext cx="3496733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nb-NO" sz="3200" dirty="0"/>
              <a:t>Hva målemetoden måler</a:t>
            </a: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51F31A94-9958-DC06-C09F-0B06E06201AE}"/>
              </a:ext>
            </a:extLst>
          </p:cNvPr>
          <p:cNvCxnSpPr>
            <a:stCxn id="7" idx="1"/>
            <a:endCxn id="5" idx="7"/>
          </p:cNvCxnSpPr>
          <p:nvPr/>
        </p:nvCxnSpPr>
        <p:spPr>
          <a:xfrm flipH="1">
            <a:off x="7893723" y="1443566"/>
            <a:ext cx="488278" cy="389941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03FD91A1-BAC1-B55D-9F37-50AA4DFA5206}"/>
              </a:ext>
            </a:extLst>
          </p:cNvPr>
          <p:cNvSpPr txBox="1"/>
          <p:nvPr/>
        </p:nvSpPr>
        <p:spPr>
          <a:xfrm>
            <a:off x="2154768" y="5100591"/>
            <a:ext cx="392006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nb-NO" sz="1600" dirty="0"/>
              <a:t>Denne delen av konstruktet blir ikke målt, altså </a:t>
            </a:r>
            <a:r>
              <a:rPr lang="nb-NO" sz="1600" b="1" dirty="0"/>
              <a:t>underrepresentasjon</a:t>
            </a:r>
            <a:r>
              <a:rPr lang="nb-NO" sz="1600" dirty="0"/>
              <a:t> av konstruktet</a:t>
            </a:r>
            <a:endParaRPr lang="nb-NO" sz="1600" b="1" dirty="0"/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F4DA663A-6DD8-3118-1177-BB5A22E664E7}"/>
              </a:ext>
            </a:extLst>
          </p:cNvPr>
          <p:cNvCxnSpPr>
            <a:cxnSpLocks/>
            <a:stCxn id="11" idx="0"/>
          </p:cNvCxnSpPr>
          <p:nvPr/>
        </p:nvCxnSpPr>
        <p:spPr>
          <a:xfrm flipV="1">
            <a:off x="4114801" y="4233391"/>
            <a:ext cx="300567" cy="867200"/>
          </a:xfrm>
          <a:prstGeom prst="straightConnector1">
            <a:avLst/>
          </a:prstGeom>
          <a:ln w="1905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CF210B2A-A066-9647-A23A-DA8307C4BB36}"/>
              </a:ext>
            </a:extLst>
          </p:cNvPr>
          <p:cNvSpPr txBox="1"/>
          <p:nvPr/>
        </p:nvSpPr>
        <p:spPr>
          <a:xfrm>
            <a:off x="8593668" y="3013501"/>
            <a:ext cx="303106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nb-NO" sz="1600" dirty="0"/>
              <a:t>Målemetoden fanger opp dette, men det er ikke en del av konstruktet, </a:t>
            </a:r>
            <a:r>
              <a:rPr lang="nb-NO" sz="1600"/>
              <a:t>altså </a:t>
            </a:r>
            <a:r>
              <a:rPr lang="nb-NO" sz="1600" b="1"/>
              <a:t>irrelevans</a:t>
            </a:r>
            <a:endParaRPr lang="nb-NO" sz="1600" b="1" dirty="0"/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465C09E4-B277-03C3-608B-9D863EA460C3}"/>
              </a:ext>
            </a:extLst>
          </p:cNvPr>
          <p:cNvCxnSpPr>
            <a:cxnSpLocks/>
            <a:stCxn id="14" idx="2"/>
          </p:cNvCxnSpPr>
          <p:nvPr/>
        </p:nvCxnSpPr>
        <p:spPr>
          <a:xfrm flipH="1">
            <a:off x="7603067" y="3844498"/>
            <a:ext cx="2506134" cy="934935"/>
          </a:xfrm>
          <a:prstGeom prst="straightConnector1">
            <a:avLst/>
          </a:prstGeom>
          <a:ln w="1905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0392639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>
          <a:solidFill>
            <a:schemeClr val="tx1"/>
          </a:solidFill>
        </a:ln>
      </a:spPr>
      <a:bodyPr rtlCol="0" anchor="ctr"/>
      <a:lstStyle>
        <a:defPPr algn="ctr">
          <a:defRPr dirty="0" smtClean="0">
            <a:solidFill>
              <a:schemeClr val="tx1"/>
            </a:solidFill>
          </a:defRPr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38100">
          <a:tailEnd type="triangle"/>
        </a:ln>
      </a:spPr>
      <a:bodyPr/>
      <a:lstStyle/>
      <a:style>
        <a:lnRef idx="2">
          <a:schemeClr val="dk1"/>
        </a:lnRef>
        <a:fillRef idx="0">
          <a:schemeClr val="dk1"/>
        </a:fillRef>
        <a:effectRef idx="1">
          <a:schemeClr val="dk1"/>
        </a:effectRef>
        <a:fontRef idx="minor">
          <a:schemeClr val="tx1"/>
        </a:fontRef>
      </a:style>
    </a:lnDef>
    <a:txDef>
      <a:spPr>
        <a:noFill/>
      </a:spPr>
      <a:bodyPr wrap="square" rtlCol="0">
        <a:spAutoFit/>
      </a:bodyPr>
      <a:lstStyle>
        <a:defPPr algn="l">
          <a:defRPr sz="1600" dirty="0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1308</TotalTime>
  <Words>104</Words>
  <Application>Microsoft Office PowerPoint</Application>
  <PresentationFormat>Widescreen</PresentationFormat>
  <Paragraphs>34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Roar Bakken Stovner</dc:creator>
  <cp:lastModifiedBy>Roar Bakken Stovner</cp:lastModifiedBy>
  <cp:revision>2</cp:revision>
  <dcterms:created xsi:type="dcterms:W3CDTF">2025-05-12T07:55:44Z</dcterms:created>
  <dcterms:modified xsi:type="dcterms:W3CDTF">2026-08-04T10:12:51Z</dcterms:modified>
</cp:coreProperties>
</file>