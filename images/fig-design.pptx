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BA415-739B-4330-BB12-91FA819A2CB3}" v="30" dt="2025-06-06T08:17:24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ar Bakken Stovner" userId="a2d03bef-3036-4670-b46d-ce184aacf6f6" providerId="ADAL" clId="{DC5F3C88-F149-41BB-99F7-767016E0A2D8}"/>
    <pc:docChg chg="undo redo custSel addSld modSld">
      <pc:chgData name="Roar Bakken Stovner" userId="a2d03bef-3036-4670-b46d-ce184aacf6f6" providerId="ADAL" clId="{DC5F3C88-F149-41BB-99F7-767016E0A2D8}" dt="2025-05-13T05:29:15.220" v="543" actId="1076"/>
      <pc:docMkLst>
        <pc:docMk/>
      </pc:docMkLst>
      <pc:sldChg chg="addSp delSp modSp mod">
        <pc:chgData name="Roar Bakken Stovner" userId="a2d03bef-3036-4670-b46d-ce184aacf6f6" providerId="ADAL" clId="{DC5F3C88-F149-41BB-99F7-767016E0A2D8}" dt="2025-05-12T08:31:24.576" v="435" actId="20577"/>
        <pc:sldMkLst>
          <pc:docMk/>
          <pc:sldMk cId="921670182" sldId="256"/>
        </pc:sldMkLst>
      </pc:sldChg>
      <pc:sldChg chg="addSp delSp modSp new mod">
        <pc:chgData name="Roar Bakken Stovner" userId="a2d03bef-3036-4670-b46d-ce184aacf6f6" providerId="ADAL" clId="{DC5F3C88-F149-41BB-99F7-767016E0A2D8}" dt="2025-05-13T05:29:15.220" v="543" actId="1076"/>
        <pc:sldMkLst>
          <pc:docMk/>
          <pc:sldMk cId="1138742646" sldId="257"/>
        </pc:sldMkLst>
      </pc:sldChg>
    </pc:docChg>
  </pc:docChgLst>
  <pc:docChgLst>
    <pc:chgData name="Roar Bakken Stovner" userId="a2d03bef-3036-4670-b46d-ce184aacf6f6" providerId="ADAL" clId="{50FBA415-739B-4330-BB12-91FA819A2CB3}"/>
    <pc:docChg chg="undo redo custSel addSld delSld modSld sldOrd">
      <pc:chgData name="Roar Bakken Stovner" userId="a2d03bef-3036-4670-b46d-ce184aacf6f6" providerId="ADAL" clId="{50FBA415-739B-4330-BB12-91FA819A2CB3}" dt="2025-06-06T08:25:54.811" v="449" actId="1076"/>
      <pc:docMkLst>
        <pc:docMk/>
      </pc:docMkLst>
      <pc:sldChg chg="addSp delSp modSp mod">
        <pc:chgData name="Roar Bakken Stovner" userId="a2d03bef-3036-4670-b46d-ce184aacf6f6" providerId="ADAL" clId="{50FBA415-739B-4330-BB12-91FA819A2CB3}" dt="2025-05-29T10:55:40.720" v="64" actId="1076"/>
        <pc:sldMkLst>
          <pc:docMk/>
          <pc:sldMk cId="921670182" sldId="256"/>
        </pc:sldMkLst>
        <pc:spChg chg="add mod">
          <ac:chgData name="Roar Bakken Stovner" userId="a2d03bef-3036-4670-b46d-ce184aacf6f6" providerId="ADAL" clId="{50FBA415-739B-4330-BB12-91FA819A2CB3}" dt="2025-05-29T10:55:37.052" v="63" actId="1076"/>
          <ac:spMkLst>
            <pc:docMk/>
            <pc:sldMk cId="921670182" sldId="256"/>
            <ac:spMk id="2" creationId="{2D68C42E-259E-7142-930C-BB25292D59CD}"/>
          </ac:spMkLst>
        </pc:spChg>
        <pc:spChg chg="add mod">
          <ac:chgData name="Roar Bakken Stovner" userId="a2d03bef-3036-4670-b46d-ce184aacf6f6" providerId="ADAL" clId="{50FBA415-739B-4330-BB12-91FA819A2CB3}" dt="2025-05-29T10:55:40.720" v="64" actId="1076"/>
          <ac:spMkLst>
            <pc:docMk/>
            <pc:sldMk cId="921670182" sldId="256"/>
            <ac:spMk id="3" creationId="{CA0A6FF3-3D9B-A68C-DD12-9CFE5C669401}"/>
          </ac:spMkLst>
        </pc:spChg>
        <pc:spChg chg="add mod">
          <ac:chgData name="Roar Bakken Stovner" userId="a2d03bef-3036-4670-b46d-ce184aacf6f6" providerId="ADAL" clId="{50FBA415-739B-4330-BB12-91FA819A2CB3}" dt="2025-05-29T10:54:32.270" v="47" actId="1076"/>
          <ac:spMkLst>
            <pc:docMk/>
            <pc:sldMk cId="921670182" sldId="256"/>
            <ac:spMk id="8" creationId="{1B55A14E-21C8-0186-E9AE-B090D89C5DA9}"/>
          </ac:spMkLst>
        </pc:spChg>
        <pc:cxnChg chg="add mod">
          <ac:chgData name="Roar Bakken Stovner" userId="a2d03bef-3036-4670-b46d-ce184aacf6f6" providerId="ADAL" clId="{50FBA415-739B-4330-BB12-91FA819A2CB3}" dt="2025-05-29T10:55:29.510" v="62" actId="14100"/>
          <ac:cxnSpMkLst>
            <pc:docMk/>
            <pc:sldMk cId="921670182" sldId="256"/>
            <ac:cxnSpMk id="10" creationId="{D3606D8B-A469-14C7-B497-D25AC10008E6}"/>
          </ac:cxnSpMkLst>
        </pc:cxnChg>
        <pc:cxnChg chg="add mod">
          <ac:chgData name="Roar Bakken Stovner" userId="a2d03bef-3036-4670-b46d-ce184aacf6f6" providerId="ADAL" clId="{50FBA415-739B-4330-BB12-91FA819A2CB3}" dt="2025-05-29T10:55:26.905" v="61" actId="14100"/>
          <ac:cxnSpMkLst>
            <pc:docMk/>
            <pc:sldMk cId="921670182" sldId="256"/>
            <ac:cxnSpMk id="12" creationId="{0DB85881-F202-E0EA-5861-A68F58E1F575}"/>
          </ac:cxnSpMkLst>
        </pc:cxnChg>
      </pc:sldChg>
      <pc:sldChg chg="del">
        <pc:chgData name="Roar Bakken Stovner" userId="a2d03bef-3036-4670-b46d-ce184aacf6f6" providerId="ADAL" clId="{50FBA415-739B-4330-BB12-91FA819A2CB3}" dt="2025-05-29T10:53:07.585" v="0" actId="47"/>
        <pc:sldMkLst>
          <pc:docMk/>
          <pc:sldMk cId="1138742646" sldId="257"/>
        </pc:sldMkLst>
      </pc:sldChg>
      <pc:sldChg chg="addSp modSp new mod">
        <pc:chgData name="Roar Bakken Stovner" userId="a2d03bef-3036-4670-b46d-ce184aacf6f6" providerId="ADAL" clId="{50FBA415-739B-4330-BB12-91FA819A2CB3}" dt="2025-06-05T18:20:43.486" v="169" actId="692"/>
        <pc:sldMkLst>
          <pc:docMk/>
          <pc:sldMk cId="1417319037" sldId="257"/>
        </pc:sldMkLst>
        <pc:spChg chg="add mod">
          <ac:chgData name="Roar Bakken Stovner" userId="a2d03bef-3036-4670-b46d-ce184aacf6f6" providerId="ADAL" clId="{50FBA415-739B-4330-BB12-91FA819A2CB3}" dt="2025-06-05T18:19:25.814" v="140" actId="113"/>
          <ac:spMkLst>
            <pc:docMk/>
            <pc:sldMk cId="1417319037" sldId="257"/>
            <ac:spMk id="2" creationId="{C3136B0A-A4F5-2755-2860-43D4D4AFA225}"/>
          </ac:spMkLst>
        </pc:spChg>
        <pc:spChg chg="add mod">
          <ac:chgData name="Roar Bakken Stovner" userId="a2d03bef-3036-4670-b46d-ce184aacf6f6" providerId="ADAL" clId="{50FBA415-739B-4330-BB12-91FA819A2CB3}" dt="2025-06-05T18:19:45.405" v="143" actId="255"/>
          <ac:spMkLst>
            <pc:docMk/>
            <pc:sldMk cId="1417319037" sldId="257"/>
            <ac:spMk id="3" creationId="{75B31EAA-4097-E001-27C2-EE33300523EA}"/>
          </ac:spMkLst>
        </pc:spChg>
        <pc:spChg chg="add mod">
          <ac:chgData name="Roar Bakken Stovner" userId="a2d03bef-3036-4670-b46d-ce184aacf6f6" providerId="ADAL" clId="{50FBA415-739B-4330-BB12-91FA819A2CB3}" dt="2025-06-05T18:20:43.486" v="169" actId="692"/>
          <ac:spMkLst>
            <pc:docMk/>
            <pc:sldMk cId="1417319037" sldId="257"/>
            <ac:spMk id="4" creationId="{5642CF16-966B-9700-A291-925E1CDD090E}"/>
          </ac:spMkLst>
        </pc:spChg>
        <pc:spChg chg="add mod">
          <ac:chgData name="Roar Bakken Stovner" userId="a2d03bef-3036-4670-b46d-ce184aacf6f6" providerId="ADAL" clId="{50FBA415-739B-4330-BB12-91FA819A2CB3}" dt="2025-06-05T18:18:25.974" v="113" actId="1076"/>
          <ac:spMkLst>
            <pc:docMk/>
            <pc:sldMk cId="1417319037" sldId="257"/>
            <ac:spMk id="9" creationId="{8D14682D-3501-83F7-629B-E59BBB088E09}"/>
          </ac:spMkLst>
        </pc:spChg>
        <pc:spChg chg="add mod">
          <ac:chgData name="Roar Bakken Stovner" userId="a2d03bef-3036-4670-b46d-ce184aacf6f6" providerId="ADAL" clId="{50FBA415-739B-4330-BB12-91FA819A2CB3}" dt="2025-06-05T18:20:11.747" v="147" actId="1076"/>
          <ac:spMkLst>
            <pc:docMk/>
            <pc:sldMk cId="1417319037" sldId="257"/>
            <ac:spMk id="16" creationId="{090EB678-D0A9-4E35-6BB0-FD2B032FE451}"/>
          </ac:spMkLst>
        </pc:spChg>
        <pc:cxnChg chg="add mod">
          <ac:chgData name="Roar Bakken Stovner" userId="a2d03bef-3036-4670-b46d-ce184aacf6f6" providerId="ADAL" clId="{50FBA415-739B-4330-BB12-91FA819A2CB3}" dt="2025-06-05T18:18:10.816" v="95" actId="1076"/>
          <ac:cxnSpMkLst>
            <pc:docMk/>
            <pc:sldMk cId="1417319037" sldId="257"/>
            <ac:cxnSpMk id="6" creationId="{31771FA8-4234-24CE-0071-DFF59312E8B4}"/>
          </ac:cxnSpMkLst>
        </pc:cxnChg>
        <pc:cxnChg chg="add mod">
          <ac:chgData name="Roar Bakken Stovner" userId="a2d03bef-3036-4670-b46d-ce184aacf6f6" providerId="ADAL" clId="{50FBA415-739B-4330-BB12-91FA819A2CB3}" dt="2025-06-05T18:20:07.532" v="146" actId="14100"/>
          <ac:cxnSpMkLst>
            <pc:docMk/>
            <pc:sldMk cId="1417319037" sldId="257"/>
            <ac:cxnSpMk id="11" creationId="{A81B2D3F-F3E4-A2E3-558F-306C9F17091A}"/>
          </ac:cxnSpMkLst>
        </pc:cxnChg>
      </pc:sldChg>
      <pc:sldChg chg="addSp delSp modSp new mod">
        <pc:chgData name="Roar Bakken Stovner" userId="a2d03bef-3036-4670-b46d-ce184aacf6f6" providerId="ADAL" clId="{50FBA415-739B-4330-BB12-91FA819A2CB3}" dt="2025-06-06T08:25:54.811" v="449" actId="1076"/>
        <pc:sldMkLst>
          <pc:docMk/>
          <pc:sldMk cId="704044252" sldId="258"/>
        </pc:sldMkLst>
        <pc:spChg chg="add mod">
          <ac:chgData name="Roar Bakken Stovner" userId="a2d03bef-3036-4670-b46d-ce184aacf6f6" providerId="ADAL" clId="{50FBA415-739B-4330-BB12-91FA819A2CB3}" dt="2025-06-06T08:16:34.067" v="282" actId="1076"/>
          <ac:spMkLst>
            <pc:docMk/>
            <pc:sldMk cId="704044252" sldId="258"/>
            <ac:spMk id="9" creationId="{612E364B-9158-693A-0836-C23556E3DF33}"/>
          </ac:spMkLst>
        </pc:spChg>
        <pc:spChg chg="add mod">
          <ac:chgData name="Roar Bakken Stovner" userId="a2d03bef-3036-4670-b46d-ce184aacf6f6" providerId="ADAL" clId="{50FBA415-739B-4330-BB12-91FA819A2CB3}" dt="2025-06-06T08:15:40.032" v="272"/>
          <ac:spMkLst>
            <pc:docMk/>
            <pc:sldMk cId="704044252" sldId="258"/>
            <ac:spMk id="10" creationId="{76BBE5B5-66B1-97E8-71ED-F94A773110D6}"/>
          </ac:spMkLst>
        </pc:spChg>
        <pc:spChg chg="add mod">
          <ac:chgData name="Roar Bakken Stovner" userId="a2d03bef-3036-4670-b46d-ce184aacf6f6" providerId="ADAL" clId="{50FBA415-739B-4330-BB12-91FA819A2CB3}" dt="2025-06-06T08:25:54.811" v="449" actId="1076"/>
          <ac:spMkLst>
            <pc:docMk/>
            <pc:sldMk cId="704044252" sldId="258"/>
            <ac:spMk id="11" creationId="{EF526EDE-AF94-BE57-37DD-22FED1D8A458}"/>
          </ac:spMkLst>
        </pc:spChg>
        <pc:picChg chg="add mod modCrop">
          <ac:chgData name="Roar Bakken Stovner" userId="a2d03bef-3036-4670-b46d-ce184aacf6f6" providerId="ADAL" clId="{50FBA415-739B-4330-BB12-91FA819A2CB3}" dt="2025-06-06T08:15:32.254" v="271" actId="732"/>
          <ac:picMkLst>
            <pc:docMk/>
            <pc:sldMk cId="704044252" sldId="258"/>
            <ac:picMk id="3" creationId="{2C8ED2CD-828B-7CBA-E6D3-3D0CD4FD32E7}"/>
          </ac:picMkLst>
        </pc:picChg>
        <pc:picChg chg="add del mod">
          <ac:chgData name="Roar Bakken Stovner" userId="a2d03bef-3036-4670-b46d-ce184aacf6f6" providerId="ADAL" clId="{50FBA415-739B-4330-BB12-91FA819A2CB3}" dt="2025-06-06T08:10:47.164" v="182" actId="21"/>
          <ac:picMkLst>
            <pc:docMk/>
            <pc:sldMk cId="704044252" sldId="258"/>
            <ac:picMk id="5" creationId="{55970D0E-4330-1B8F-6B01-B094137DCAA4}"/>
          </ac:picMkLst>
        </pc:picChg>
        <pc:picChg chg="add del mod">
          <ac:chgData name="Roar Bakken Stovner" userId="a2d03bef-3036-4670-b46d-ce184aacf6f6" providerId="ADAL" clId="{50FBA415-739B-4330-BB12-91FA819A2CB3}" dt="2025-06-06T08:10:42.397" v="180" actId="21"/>
          <ac:picMkLst>
            <pc:docMk/>
            <pc:sldMk cId="704044252" sldId="258"/>
            <ac:picMk id="7" creationId="{2F480024-1FF1-EF1A-2463-B7D3FC53E0EC}"/>
          </ac:picMkLst>
        </pc:picChg>
        <pc:picChg chg="add mod modCrop">
          <ac:chgData name="Roar Bakken Stovner" userId="a2d03bef-3036-4670-b46d-ce184aacf6f6" providerId="ADAL" clId="{50FBA415-739B-4330-BB12-91FA819A2CB3}" dt="2025-06-06T08:15:24.033" v="269" actId="732"/>
          <ac:picMkLst>
            <pc:docMk/>
            <pc:sldMk cId="704044252" sldId="258"/>
            <ac:picMk id="8" creationId="{A8DEA372-C697-EC4D-16C4-7BF520C0B852}"/>
          </ac:picMkLst>
        </pc:picChg>
      </pc:sldChg>
      <pc:sldChg chg="del">
        <pc:chgData name="Roar Bakken Stovner" userId="a2d03bef-3036-4670-b46d-ce184aacf6f6" providerId="ADAL" clId="{50FBA415-739B-4330-BB12-91FA819A2CB3}" dt="2025-05-29T10:53:07.585" v="0" actId="47"/>
        <pc:sldMkLst>
          <pc:docMk/>
          <pc:sldMk cId="2203926398" sldId="258"/>
        </pc:sldMkLst>
      </pc:sldChg>
      <pc:sldChg chg="addSp modSp new">
        <pc:chgData name="Roar Bakken Stovner" userId="a2d03bef-3036-4670-b46d-ce184aacf6f6" providerId="ADAL" clId="{50FBA415-739B-4330-BB12-91FA819A2CB3}" dt="2025-06-06T08:10:43.716" v="181"/>
        <pc:sldMkLst>
          <pc:docMk/>
          <pc:sldMk cId="2859190159" sldId="259"/>
        </pc:sldMkLst>
        <pc:picChg chg="add mod">
          <ac:chgData name="Roar Bakken Stovner" userId="a2d03bef-3036-4670-b46d-ce184aacf6f6" providerId="ADAL" clId="{50FBA415-739B-4330-BB12-91FA819A2CB3}" dt="2025-06-06T08:10:43.716" v="181"/>
          <ac:picMkLst>
            <pc:docMk/>
            <pc:sldMk cId="2859190159" sldId="259"/>
            <ac:picMk id="7" creationId="{2F480024-1FF1-EF1A-2463-B7D3FC53E0EC}"/>
          </ac:picMkLst>
        </pc:picChg>
      </pc:sldChg>
      <pc:sldChg chg="addSp delSp modSp new mod ord">
        <pc:chgData name="Roar Bakken Stovner" userId="a2d03bef-3036-4670-b46d-ce184aacf6f6" providerId="ADAL" clId="{50FBA415-739B-4330-BB12-91FA819A2CB3}" dt="2025-06-06T08:25:42.355" v="429" actId="20577"/>
        <pc:sldMkLst>
          <pc:docMk/>
          <pc:sldMk cId="3302881095" sldId="260"/>
        </pc:sldMkLst>
        <pc:spChg chg="add del mod">
          <ac:chgData name="Roar Bakken Stovner" userId="a2d03bef-3036-4670-b46d-ce184aacf6f6" providerId="ADAL" clId="{50FBA415-739B-4330-BB12-91FA819A2CB3}" dt="2025-06-06T08:11:24.662" v="191" actId="478"/>
          <ac:spMkLst>
            <pc:docMk/>
            <pc:sldMk cId="3302881095" sldId="260"/>
            <ac:spMk id="2" creationId="{E60AE975-99F0-482B-B0E5-C5D8A505FEEF}"/>
          </ac:spMkLst>
        </pc:spChg>
        <pc:spChg chg="add mod">
          <ac:chgData name="Roar Bakken Stovner" userId="a2d03bef-3036-4670-b46d-ce184aacf6f6" providerId="ADAL" clId="{50FBA415-739B-4330-BB12-91FA819A2CB3}" dt="2025-06-06T08:12:24.333" v="200" actId="767"/>
          <ac:spMkLst>
            <pc:docMk/>
            <pc:sldMk cId="3302881095" sldId="260"/>
            <ac:spMk id="3" creationId="{6065D7B6-C544-4E07-5FC2-8E3B29D6E15B}"/>
          </ac:spMkLst>
        </pc:spChg>
        <pc:spChg chg="add mod">
          <ac:chgData name="Roar Bakken Stovner" userId="a2d03bef-3036-4670-b46d-ce184aacf6f6" providerId="ADAL" clId="{50FBA415-739B-4330-BB12-91FA819A2CB3}" dt="2025-06-06T08:25:42.355" v="429" actId="20577"/>
          <ac:spMkLst>
            <pc:docMk/>
            <pc:sldMk cId="3302881095" sldId="260"/>
            <ac:spMk id="4" creationId="{90A2DE0B-1E23-4054-3E88-157E94F7902A}"/>
          </ac:spMkLst>
        </pc:spChg>
        <pc:spChg chg="add mod">
          <ac:chgData name="Roar Bakken Stovner" userId="a2d03bef-3036-4670-b46d-ce184aacf6f6" providerId="ADAL" clId="{50FBA415-739B-4330-BB12-91FA819A2CB3}" dt="2025-06-06T08:15:04.709" v="265" actId="1076"/>
          <ac:spMkLst>
            <pc:docMk/>
            <pc:sldMk cId="3302881095" sldId="260"/>
            <ac:spMk id="6" creationId="{A8E38330-EE43-1338-FDBD-4DAF2C7F8FDE}"/>
          </ac:spMkLst>
        </pc:spChg>
        <pc:spChg chg="add mod">
          <ac:chgData name="Roar Bakken Stovner" userId="a2d03bef-3036-4670-b46d-ce184aacf6f6" providerId="ADAL" clId="{50FBA415-739B-4330-BB12-91FA819A2CB3}" dt="2025-06-06T08:18:01.153" v="402" actId="1076"/>
          <ac:spMkLst>
            <pc:docMk/>
            <pc:sldMk cId="3302881095" sldId="260"/>
            <ac:spMk id="8" creationId="{F6201E47-1A8B-DFF1-5721-C1532662FD93}"/>
          </ac:spMkLst>
        </pc:spChg>
        <pc:picChg chg="add mod modCrop">
          <ac:chgData name="Roar Bakken Stovner" userId="a2d03bef-3036-4670-b46d-ce184aacf6f6" providerId="ADAL" clId="{50FBA415-739B-4330-BB12-91FA819A2CB3}" dt="2025-06-06T08:14:36.511" v="251" actId="732"/>
          <ac:picMkLst>
            <pc:docMk/>
            <pc:sldMk cId="3302881095" sldId="260"/>
            <ac:picMk id="5" creationId="{55970D0E-4330-1B8F-6B01-B094137DCAA4}"/>
          </ac:picMkLst>
        </pc:picChg>
        <pc:picChg chg="add mod modCrop">
          <ac:chgData name="Roar Bakken Stovner" userId="a2d03bef-3036-4670-b46d-ce184aacf6f6" providerId="ADAL" clId="{50FBA415-739B-4330-BB12-91FA819A2CB3}" dt="2025-06-06T08:14:30.101" v="250" actId="732"/>
          <ac:picMkLst>
            <pc:docMk/>
            <pc:sldMk cId="3302881095" sldId="260"/>
            <ac:picMk id="7" creationId="{2872DD6B-3D75-0886-E24B-908E37AFAE23}"/>
          </ac:picMkLst>
        </pc:picChg>
      </pc:sldChg>
    </pc:docChg>
  </pc:docChgLst>
  <pc:docChgLst>
    <pc:chgData name="Roar Bakken Stovner" userId="a2d03bef-3036-4670-b46d-ce184aacf6f6" providerId="ADAL" clId="{2F6687FE-AE12-4B8F-83ED-A5E520814340}"/>
    <pc:docChg chg="custSel addSld modSld">
      <pc:chgData name="Roar Bakken Stovner" userId="a2d03bef-3036-4670-b46d-ce184aacf6f6" providerId="ADAL" clId="{2F6687FE-AE12-4B8F-83ED-A5E520814340}" dt="2025-05-22T11:31:47.949" v="411" actId="6549"/>
      <pc:docMkLst>
        <pc:docMk/>
      </pc:docMkLst>
      <pc:sldChg chg="addSp delSp modSp new mod">
        <pc:chgData name="Roar Bakken Stovner" userId="a2d03bef-3036-4670-b46d-ce184aacf6f6" providerId="ADAL" clId="{2F6687FE-AE12-4B8F-83ED-A5E520814340}" dt="2025-05-22T11:31:47.949" v="411" actId="6549"/>
        <pc:sldMkLst>
          <pc:docMk/>
          <pc:sldMk cId="220392639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1E9F-F19C-5F2A-8EB2-F65EFFB21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996FE-8B90-23BD-D797-881AB3C1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DDD6-0692-DC76-EA4A-3C1D827D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3844-3D2E-5A64-50AB-E9C82858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3822-6646-EADA-0A5B-3914C464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922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0091-C965-ADDA-62AF-9D6E535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BFAC-5752-2805-2CCB-16010048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B8D8F-165D-E1E6-59B4-FDAC3E10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0CE88-6603-0E66-70F9-F3119138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207D-BA9B-69EA-A77E-BA062E40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116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F835-A6CD-34AB-CB7A-8C281B1A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0CC7A-4118-5D11-7BF5-148CB0AD0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5700-5B5B-DB58-66D3-914C3A2C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6192-579B-C86D-A42E-7930B1DA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A7DEE-EA49-A43C-9050-26AE9C26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86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D87E-A785-386F-6B85-038F4994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67E8-90AD-51D3-BFB9-83F7F812C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2D268-F19C-6E70-D661-5AF04AB6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2E9D3-7FCB-CE5C-7FF5-C2DC0B4F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1B8E1-65DA-8555-AF72-ADF5B693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D76A1-5A37-087E-5A5B-CAD61742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42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7A4B-79E7-B69E-DA2E-D7350C2D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B1434-FF36-B0EB-BDBA-88F6513C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D3C9F-2683-1D5A-26B4-2CAF8FA47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36F96-63A5-591D-275C-E5CA690A2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DCE81-875A-45D6-C9FF-EF3BC4263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770CF-6FE3-A39F-C0C3-D99E01F7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DA903-D92B-5B9A-F812-3ED331C8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48FB8-551D-9986-CA0C-01CA4519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760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CADC-13BA-2734-3A4D-0D7C8F66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65B85-E0F8-8674-37D6-83A67E52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919BA-E62D-7893-AFB3-29575EB0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DF310-2CC9-750B-E5FB-7B68DE98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233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522C4-939D-8619-F7D0-0FD93169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F879-B7DF-18A2-4369-45E553AB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B5EB6-80E9-446A-FE86-3CA0B364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001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FF0-0DDA-A6DE-A534-3643E84C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5F5D-5299-FC96-2E57-68A0AFAB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9E9F3-ED2D-CCCB-D016-6F92E12F6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F703-AD8B-670B-E176-EB8FD9ED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E5708-D6E9-0401-457B-8C2F943F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F45B2-F1AB-5393-472F-DD01E937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106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EAFF-6954-D3AE-8B4C-CBFA1C9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0F341-00FF-3E9B-0F78-CC54B007C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A1C5-46C4-0FA5-F7E8-3313FCED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32EFA-E4B0-AB64-ABB7-9925296B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EA296-D1BC-66AF-D222-611D8AAC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9A0FE-A5AE-0462-E156-A35B4473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371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7D85-C9B7-0AA9-4B80-67C07DB2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BEEFB-F4C9-07C2-8BE8-FA3A9A35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4E8EA-7544-05DF-FE61-8706D14D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2E64-BC10-7A98-24C9-87CA91B5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BB569-4C96-E0CF-FE78-E5D8EA5D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767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F0291-BF78-600D-3467-CBC4396D0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B2E57-E2A3-65AD-D7FF-9A77EA7C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1CB9-2D79-CA93-A262-F4AAD273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EA68-881F-AC0B-C115-2442DEC2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1F96-854F-7622-2584-F5D7C7C9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800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3CB95-23AB-BEFB-B515-B1075936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2285-3CE5-FA97-D15F-5B8D7A880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8929-473B-3A52-6EF5-EE62D179C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1D51-6559-429C-8767-371936093D5C}" type="datetimeFigureOut">
              <a:rPr lang="nb-NO" smtClean="0"/>
              <a:t>05.06.2025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FD41-B58D-BE47-E359-109D6FD2B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6149B-9C90-0401-BE20-1ABF67ED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237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68C42E-259E-7142-930C-BB25292D59CD}"/>
              </a:ext>
            </a:extLst>
          </p:cNvPr>
          <p:cNvSpPr txBox="1"/>
          <p:nvPr/>
        </p:nvSpPr>
        <p:spPr>
          <a:xfrm>
            <a:off x="2758348" y="2898648"/>
            <a:ext cx="42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3200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A6FF3-3D9B-A68C-DD12-9CFE5C669401}"/>
              </a:ext>
            </a:extLst>
          </p:cNvPr>
          <p:cNvSpPr txBox="1"/>
          <p:nvPr/>
        </p:nvSpPr>
        <p:spPr>
          <a:xfrm>
            <a:off x="4404360" y="2897078"/>
            <a:ext cx="42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3200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5A14E-21C8-0186-E9AE-B090D89C5DA9}"/>
              </a:ext>
            </a:extLst>
          </p:cNvPr>
          <p:cNvSpPr txBox="1"/>
          <p:nvPr/>
        </p:nvSpPr>
        <p:spPr>
          <a:xfrm>
            <a:off x="3573018" y="1872000"/>
            <a:ext cx="440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606D8B-A469-14C7-B497-D25AC10008E6}"/>
              </a:ext>
            </a:extLst>
          </p:cNvPr>
          <p:cNvCxnSpPr>
            <a:cxnSpLocks/>
          </p:cNvCxnSpPr>
          <p:nvPr/>
        </p:nvCxnSpPr>
        <p:spPr>
          <a:xfrm>
            <a:off x="3918112" y="2456775"/>
            <a:ext cx="486248" cy="5173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B85881-F202-E0EA-5861-A68F58E1F575}"/>
              </a:ext>
            </a:extLst>
          </p:cNvPr>
          <p:cNvCxnSpPr>
            <a:cxnSpLocks/>
          </p:cNvCxnSpPr>
          <p:nvPr/>
        </p:nvCxnSpPr>
        <p:spPr>
          <a:xfrm flipH="1">
            <a:off x="3182112" y="2456775"/>
            <a:ext cx="486248" cy="5173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670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3136B0A-A4F5-2755-2860-43D4D4AFA225}"/>
              </a:ext>
            </a:extLst>
          </p:cNvPr>
          <p:cNvSpPr/>
          <p:nvPr/>
        </p:nvSpPr>
        <p:spPr>
          <a:xfrm>
            <a:off x="2551176" y="859536"/>
            <a:ext cx="4992624" cy="19385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b="1" dirty="0">
                <a:solidFill>
                  <a:schemeClr val="tx1"/>
                </a:solidFill>
              </a:rPr>
              <a:t>Populasjonen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5B31EAA-4097-E001-27C2-EE33300523EA}"/>
              </a:ext>
            </a:extLst>
          </p:cNvPr>
          <p:cNvSpPr/>
          <p:nvPr/>
        </p:nvSpPr>
        <p:spPr>
          <a:xfrm>
            <a:off x="3036823" y="4668335"/>
            <a:ext cx="2423197" cy="1410818"/>
          </a:xfrm>
          <a:custGeom>
            <a:avLst/>
            <a:gdLst>
              <a:gd name="connsiteX0" fmla="*/ 1581912 w 2423197"/>
              <a:gd name="connsiteY0" fmla="*/ 276962 h 1410818"/>
              <a:gd name="connsiteX1" fmla="*/ 1581912 w 2423197"/>
              <a:gd name="connsiteY1" fmla="*/ 276962 h 1410818"/>
              <a:gd name="connsiteX2" fmla="*/ 1737360 w 2423197"/>
              <a:gd name="connsiteY2" fmla="*/ 286106 h 1410818"/>
              <a:gd name="connsiteX3" fmla="*/ 1819656 w 2423197"/>
              <a:gd name="connsiteY3" fmla="*/ 350114 h 1410818"/>
              <a:gd name="connsiteX4" fmla="*/ 1883664 w 2423197"/>
              <a:gd name="connsiteY4" fmla="*/ 414122 h 1410818"/>
              <a:gd name="connsiteX5" fmla="*/ 1993392 w 2423197"/>
              <a:gd name="connsiteY5" fmla="*/ 478130 h 1410818"/>
              <a:gd name="connsiteX6" fmla="*/ 2203704 w 2423197"/>
              <a:gd name="connsiteY6" fmla="*/ 523850 h 1410818"/>
              <a:gd name="connsiteX7" fmla="*/ 2322576 w 2423197"/>
              <a:gd name="connsiteY7" fmla="*/ 551282 h 1410818"/>
              <a:gd name="connsiteX8" fmla="*/ 2423160 w 2423197"/>
              <a:gd name="connsiteY8" fmla="*/ 633578 h 1410818"/>
              <a:gd name="connsiteX9" fmla="*/ 2267712 w 2423197"/>
              <a:gd name="connsiteY9" fmla="*/ 999338 h 1410818"/>
              <a:gd name="connsiteX10" fmla="*/ 1993392 w 2423197"/>
              <a:gd name="connsiteY10" fmla="*/ 1237082 h 1410818"/>
              <a:gd name="connsiteX11" fmla="*/ 1700784 w 2423197"/>
              <a:gd name="connsiteY11" fmla="*/ 1392530 h 1410818"/>
              <a:gd name="connsiteX12" fmla="*/ 1581912 w 2423197"/>
              <a:gd name="connsiteY12" fmla="*/ 1410818 h 1410818"/>
              <a:gd name="connsiteX13" fmla="*/ 1097280 w 2423197"/>
              <a:gd name="connsiteY13" fmla="*/ 1374242 h 1410818"/>
              <a:gd name="connsiteX14" fmla="*/ 777240 w 2423197"/>
              <a:gd name="connsiteY14" fmla="*/ 1136498 h 1410818"/>
              <a:gd name="connsiteX15" fmla="*/ 694944 w 2423197"/>
              <a:gd name="connsiteY15" fmla="*/ 1109066 h 1410818"/>
              <a:gd name="connsiteX16" fmla="*/ 457200 w 2423197"/>
              <a:gd name="connsiteY16" fmla="*/ 1072490 h 1410818"/>
              <a:gd name="connsiteX17" fmla="*/ 329184 w 2423197"/>
              <a:gd name="connsiteY17" fmla="*/ 1054202 h 1410818"/>
              <a:gd name="connsiteX18" fmla="*/ 201168 w 2423197"/>
              <a:gd name="connsiteY18" fmla="*/ 917042 h 1410818"/>
              <a:gd name="connsiteX19" fmla="*/ 109728 w 2423197"/>
              <a:gd name="connsiteY19" fmla="*/ 715874 h 1410818"/>
              <a:gd name="connsiteX20" fmla="*/ 54864 w 2423197"/>
              <a:gd name="connsiteY20" fmla="*/ 560426 h 1410818"/>
              <a:gd name="connsiteX21" fmla="*/ 0 w 2423197"/>
              <a:gd name="connsiteY21" fmla="*/ 423266 h 1410818"/>
              <a:gd name="connsiteX22" fmla="*/ 36576 w 2423197"/>
              <a:gd name="connsiteY22" fmla="*/ 240386 h 1410818"/>
              <a:gd name="connsiteX23" fmla="*/ 137160 w 2423197"/>
              <a:gd name="connsiteY23" fmla="*/ 148946 h 1410818"/>
              <a:gd name="connsiteX24" fmla="*/ 246888 w 2423197"/>
              <a:gd name="connsiteY24" fmla="*/ 94082 h 1410818"/>
              <a:gd name="connsiteX25" fmla="*/ 475488 w 2423197"/>
              <a:gd name="connsiteY25" fmla="*/ 66650 h 1410818"/>
              <a:gd name="connsiteX26" fmla="*/ 740664 w 2423197"/>
              <a:gd name="connsiteY26" fmla="*/ 75794 h 1410818"/>
              <a:gd name="connsiteX27" fmla="*/ 850392 w 2423197"/>
              <a:gd name="connsiteY27" fmla="*/ 84938 h 1410818"/>
              <a:gd name="connsiteX28" fmla="*/ 1069848 w 2423197"/>
              <a:gd name="connsiteY28" fmla="*/ 30074 h 1410818"/>
              <a:gd name="connsiteX29" fmla="*/ 1225296 w 2423197"/>
              <a:gd name="connsiteY29" fmla="*/ 20930 h 1410818"/>
              <a:gd name="connsiteX30" fmla="*/ 1399032 w 2423197"/>
              <a:gd name="connsiteY30" fmla="*/ 112370 h 1410818"/>
              <a:gd name="connsiteX31" fmla="*/ 1426464 w 2423197"/>
              <a:gd name="connsiteY31" fmla="*/ 139802 h 1410818"/>
              <a:gd name="connsiteX32" fmla="*/ 1444752 w 2423197"/>
              <a:gd name="connsiteY32" fmla="*/ 203810 h 1410818"/>
              <a:gd name="connsiteX33" fmla="*/ 1463040 w 2423197"/>
              <a:gd name="connsiteY33" fmla="*/ 240386 h 1410818"/>
              <a:gd name="connsiteX34" fmla="*/ 1527048 w 2423197"/>
              <a:gd name="connsiteY34" fmla="*/ 267818 h 1410818"/>
              <a:gd name="connsiteX35" fmla="*/ 1581912 w 2423197"/>
              <a:gd name="connsiteY35" fmla="*/ 276962 h 141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23197" h="1410818">
                <a:moveTo>
                  <a:pt x="1581912" y="276962"/>
                </a:moveTo>
                <a:lnTo>
                  <a:pt x="1581912" y="276962"/>
                </a:lnTo>
                <a:lnTo>
                  <a:pt x="1737360" y="286106"/>
                </a:lnTo>
                <a:cubicBezTo>
                  <a:pt x="1770576" y="296326"/>
                  <a:pt x="1793502" y="327229"/>
                  <a:pt x="1819656" y="350114"/>
                </a:cubicBezTo>
                <a:cubicBezTo>
                  <a:pt x="1842364" y="369983"/>
                  <a:pt x="1860102" y="395273"/>
                  <a:pt x="1883664" y="414122"/>
                </a:cubicBezTo>
                <a:cubicBezTo>
                  <a:pt x="1887423" y="417129"/>
                  <a:pt x="1969472" y="470655"/>
                  <a:pt x="1993392" y="478130"/>
                </a:cubicBezTo>
                <a:cubicBezTo>
                  <a:pt x="2089279" y="508095"/>
                  <a:pt x="2108419" y="503999"/>
                  <a:pt x="2203704" y="523850"/>
                </a:cubicBezTo>
                <a:cubicBezTo>
                  <a:pt x="2243515" y="532144"/>
                  <a:pt x="2282952" y="542138"/>
                  <a:pt x="2322576" y="551282"/>
                </a:cubicBezTo>
                <a:cubicBezTo>
                  <a:pt x="2335470" y="558650"/>
                  <a:pt x="2425286" y="599557"/>
                  <a:pt x="2423160" y="633578"/>
                </a:cubicBezTo>
                <a:cubicBezTo>
                  <a:pt x="2409677" y="849309"/>
                  <a:pt x="2390340" y="866491"/>
                  <a:pt x="2267712" y="999338"/>
                </a:cubicBezTo>
                <a:cubicBezTo>
                  <a:pt x="2176133" y="1098548"/>
                  <a:pt x="2107890" y="1160750"/>
                  <a:pt x="1993392" y="1237082"/>
                </a:cubicBezTo>
                <a:cubicBezTo>
                  <a:pt x="1940005" y="1272673"/>
                  <a:pt x="1790343" y="1369167"/>
                  <a:pt x="1700784" y="1392530"/>
                </a:cubicBezTo>
                <a:cubicBezTo>
                  <a:pt x="1661992" y="1402650"/>
                  <a:pt x="1621536" y="1404722"/>
                  <a:pt x="1581912" y="1410818"/>
                </a:cubicBezTo>
                <a:cubicBezTo>
                  <a:pt x="1420368" y="1398626"/>
                  <a:pt x="1257798" y="1396131"/>
                  <a:pt x="1097280" y="1374242"/>
                </a:cubicBezTo>
                <a:cubicBezTo>
                  <a:pt x="815845" y="1335865"/>
                  <a:pt x="1175158" y="1269137"/>
                  <a:pt x="777240" y="1136498"/>
                </a:cubicBezTo>
                <a:cubicBezTo>
                  <a:pt x="749808" y="1127354"/>
                  <a:pt x="722908" y="1116425"/>
                  <a:pt x="694944" y="1109066"/>
                </a:cubicBezTo>
                <a:cubicBezTo>
                  <a:pt x="616049" y="1088304"/>
                  <a:pt x="538312" y="1083305"/>
                  <a:pt x="457200" y="1072490"/>
                </a:cubicBezTo>
                <a:lnTo>
                  <a:pt x="329184" y="1054202"/>
                </a:lnTo>
                <a:cubicBezTo>
                  <a:pt x="286512" y="1008482"/>
                  <a:pt x="235202" y="969510"/>
                  <a:pt x="201168" y="917042"/>
                </a:cubicBezTo>
                <a:cubicBezTo>
                  <a:pt x="161084" y="855246"/>
                  <a:pt x="137685" y="784020"/>
                  <a:pt x="109728" y="715874"/>
                </a:cubicBezTo>
                <a:cubicBezTo>
                  <a:pt x="88872" y="665037"/>
                  <a:pt x="74158" y="611876"/>
                  <a:pt x="54864" y="560426"/>
                </a:cubicBezTo>
                <a:cubicBezTo>
                  <a:pt x="37574" y="514319"/>
                  <a:pt x="18288" y="468986"/>
                  <a:pt x="0" y="423266"/>
                </a:cubicBezTo>
                <a:cubicBezTo>
                  <a:pt x="12192" y="362306"/>
                  <a:pt x="8774" y="295990"/>
                  <a:pt x="36576" y="240386"/>
                </a:cubicBezTo>
                <a:cubicBezTo>
                  <a:pt x="56840" y="199858"/>
                  <a:pt x="99963" y="174822"/>
                  <a:pt x="137160" y="148946"/>
                </a:cubicBezTo>
                <a:cubicBezTo>
                  <a:pt x="170729" y="125593"/>
                  <a:pt x="208264" y="107516"/>
                  <a:pt x="246888" y="94082"/>
                </a:cubicBezTo>
                <a:cubicBezTo>
                  <a:pt x="303870" y="74262"/>
                  <a:pt x="421058" y="70538"/>
                  <a:pt x="475488" y="66650"/>
                </a:cubicBezTo>
                <a:lnTo>
                  <a:pt x="740664" y="75794"/>
                </a:lnTo>
                <a:cubicBezTo>
                  <a:pt x="777323" y="77582"/>
                  <a:pt x="814038" y="89987"/>
                  <a:pt x="850392" y="84938"/>
                </a:cubicBezTo>
                <a:cubicBezTo>
                  <a:pt x="925078" y="74565"/>
                  <a:pt x="996696" y="48362"/>
                  <a:pt x="1069848" y="30074"/>
                </a:cubicBezTo>
                <a:cubicBezTo>
                  <a:pt x="1124843" y="-6589"/>
                  <a:pt x="1117588" y="-9844"/>
                  <a:pt x="1225296" y="20930"/>
                </a:cubicBezTo>
                <a:cubicBezTo>
                  <a:pt x="1227657" y="21604"/>
                  <a:pt x="1365134" y="86946"/>
                  <a:pt x="1399032" y="112370"/>
                </a:cubicBezTo>
                <a:cubicBezTo>
                  <a:pt x="1409377" y="120129"/>
                  <a:pt x="1417320" y="130658"/>
                  <a:pt x="1426464" y="139802"/>
                </a:cubicBezTo>
                <a:cubicBezTo>
                  <a:pt x="1431104" y="158363"/>
                  <a:pt x="1436881" y="185445"/>
                  <a:pt x="1444752" y="203810"/>
                </a:cubicBezTo>
                <a:cubicBezTo>
                  <a:pt x="1450122" y="216339"/>
                  <a:pt x="1454314" y="229914"/>
                  <a:pt x="1463040" y="240386"/>
                </a:cubicBezTo>
                <a:cubicBezTo>
                  <a:pt x="1476570" y="256622"/>
                  <a:pt x="1507666" y="266327"/>
                  <a:pt x="1527048" y="267818"/>
                </a:cubicBezTo>
                <a:cubicBezTo>
                  <a:pt x="1554399" y="269922"/>
                  <a:pt x="1581912" y="267818"/>
                  <a:pt x="1581912" y="27696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>
                <a:solidFill>
                  <a:schemeClr val="tx1"/>
                </a:solidFill>
              </a:rPr>
              <a:t>Utvalget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642CF16-966B-9700-A291-925E1CDD090E}"/>
              </a:ext>
            </a:extLst>
          </p:cNvPr>
          <p:cNvSpPr/>
          <p:nvPr/>
        </p:nvSpPr>
        <p:spPr>
          <a:xfrm>
            <a:off x="3036824" y="1206860"/>
            <a:ext cx="2423197" cy="1410818"/>
          </a:xfrm>
          <a:custGeom>
            <a:avLst/>
            <a:gdLst>
              <a:gd name="connsiteX0" fmla="*/ 1581912 w 2423197"/>
              <a:gd name="connsiteY0" fmla="*/ 276962 h 1410818"/>
              <a:gd name="connsiteX1" fmla="*/ 1581912 w 2423197"/>
              <a:gd name="connsiteY1" fmla="*/ 276962 h 1410818"/>
              <a:gd name="connsiteX2" fmla="*/ 1737360 w 2423197"/>
              <a:gd name="connsiteY2" fmla="*/ 286106 h 1410818"/>
              <a:gd name="connsiteX3" fmla="*/ 1819656 w 2423197"/>
              <a:gd name="connsiteY3" fmla="*/ 350114 h 1410818"/>
              <a:gd name="connsiteX4" fmla="*/ 1883664 w 2423197"/>
              <a:gd name="connsiteY4" fmla="*/ 414122 h 1410818"/>
              <a:gd name="connsiteX5" fmla="*/ 1993392 w 2423197"/>
              <a:gd name="connsiteY5" fmla="*/ 478130 h 1410818"/>
              <a:gd name="connsiteX6" fmla="*/ 2203704 w 2423197"/>
              <a:gd name="connsiteY6" fmla="*/ 523850 h 1410818"/>
              <a:gd name="connsiteX7" fmla="*/ 2322576 w 2423197"/>
              <a:gd name="connsiteY7" fmla="*/ 551282 h 1410818"/>
              <a:gd name="connsiteX8" fmla="*/ 2423160 w 2423197"/>
              <a:gd name="connsiteY8" fmla="*/ 633578 h 1410818"/>
              <a:gd name="connsiteX9" fmla="*/ 2267712 w 2423197"/>
              <a:gd name="connsiteY9" fmla="*/ 999338 h 1410818"/>
              <a:gd name="connsiteX10" fmla="*/ 1993392 w 2423197"/>
              <a:gd name="connsiteY10" fmla="*/ 1237082 h 1410818"/>
              <a:gd name="connsiteX11" fmla="*/ 1700784 w 2423197"/>
              <a:gd name="connsiteY11" fmla="*/ 1392530 h 1410818"/>
              <a:gd name="connsiteX12" fmla="*/ 1581912 w 2423197"/>
              <a:gd name="connsiteY12" fmla="*/ 1410818 h 1410818"/>
              <a:gd name="connsiteX13" fmla="*/ 1097280 w 2423197"/>
              <a:gd name="connsiteY13" fmla="*/ 1374242 h 1410818"/>
              <a:gd name="connsiteX14" fmla="*/ 777240 w 2423197"/>
              <a:gd name="connsiteY14" fmla="*/ 1136498 h 1410818"/>
              <a:gd name="connsiteX15" fmla="*/ 694944 w 2423197"/>
              <a:gd name="connsiteY15" fmla="*/ 1109066 h 1410818"/>
              <a:gd name="connsiteX16" fmla="*/ 457200 w 2423197"/>
              <a:gd name="connsiteY16" fmla="*/ 1072490 h 1410818"/>
              <a:gd name="connsiteX17" fmla="*/ 329184 w 2423197"/>
              <a:gd name="connsiteY17" fmla="*/ 1054202 h 1410818"/>
              <a:gd name="connsiteX18" fmla="*/ 201168 w 2423197"/>
              <a:gd name="connsiteY18" fmla="*/ 917042 h 1410818"/>
              <a:gd name="connsiteX19" fmla="*/ 109728 w 2423197"/>
              <a:gd name="connsiteY19" fmla="*/ 715874 h 1410818"/>
              <a:gd name="connsiteX20" fmla="*/ 54864 w 2423197"/>
              <a:gd name="connsiteY20" fmla="*/ 560426 h 1410818"/>
              <a:gd name="connsiteX21" fmla="*/ 0 w 2423197"/>
              <a:gd name="connsiteY21" fmla="*/ 423266 h 1410818"/>
              <a:gd name="connsiteX22" fmla="*/ 36576 w 2423197"/>
              <a:gd name="connsiteY22" fmla="*/ 240386 h 1410818"/>
              <a:gd name="connsiteX23" fmla="*/ 137160 w 2423197"/>
              <a:gd name="connsiteY23" fmla="*/ 148946 h 1410818"/>
              <a:gd name="connsiteX24" fmla="*/ 246888 w 2423197"/>
              <a:gd name="connsiteY24" fmla="*/ 94082 h 1410818"/>
              <a:gd name="connsiteX25" fmla="*/ 475488 w 2423197"/>
              <a:gd name="connsiteY25" fmla="*/ 66650 h 1410818"/>
              <a:gd name="connsiteX26" fmla="*/ 740664 w 2423197"/>
              <a:gd name="connsiteY26" fmla="*/ 75794 h 1410818"/>
              <a:gd name="connsiteX27" fmla="*/ 850392 w 2423197"/>
              <a:gd name="connsiteY27" fmla="*/ 84938 h 1410818"/>
              <a:gd name="connsiteX28" fmla="*/ 1069848 w 2423197"/>
              <a:gd name="connsiteY28" fmla="*/ 30074 h 1410818"/>
              <a:gd name="connsiteX29" fmla="*/ 1225296 w 2423197"/>
              <a:gd name="connsiteY29" fmla="*/ 20930 h 1410818"/>
              <a:gd name="connsiteX30" fmla="*/ 1399032 w 2423197"/>
              <a:gd name="connsiteY30" fmla="*/ 112370 h 1410818"/>
              <a:gd name="connsiteX31" fmla="*/ 1426464 w 2423197"/>
              <a:gd name="connsiteY31" fmla="*/ 139802 h 1410818"/>
              <a:gd name="connsiteX32" fmla="*/ 1444752 w 2423197"/>
              <a:gd name="connsiteY32" fmla="*/ 203810 h 1410818"/>
              <a:gd name="connsiteX33" fmla="*/ 1463040 w 2423197"/>
              <a:gd name="connsiteY33" fmla="*/ 240386 h 1410818"/>
              <a:gd name="connsiteX34" fmla="*/ 1527048 w 2423197"/>
              <a:gd name="connsiteY34" fmla="*/ 267818 h 1410818"/>
              <a:gd name="connsiteX35" fmla="*/ 1581912 w 2423197"/>
              <a:gd name="connsiteY35" fmla="*/ 276962 h 141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23197" h="1410818">
                <a:moveTo>
                  <a:pt x="1581912" y="276962"/>
                </a:moveTo>
                <a:lnTo>
                  <a:pt x="1581912" y="276962"/>
                </a:lnTo>
                <a:lnTo>
                  <a:pt x="1737360" y="286106"/>
                </a:lnTo>
                <a:cubicBezTo>
                  <a:pt x="1770576" y="296326"/>
                  <a:pt x="1793502" y="327229"/>
                  <a:pt x="1819656" y="350114"/>
                </a:cubicBezTo>
                <a:cubicBezTo>
                  <a:pt x="1842364" y="369983"/>
                  <a:pt x="1860102" y="395273"/>
                  <a:pt x="1883664" y="414122"/>
                </a:cubicBezTo>
                <a:cubicBezTo>
                  <a:pt x="1887423" y="417129"/>
                  <a:pt x="1969472" y="470655"/>
                  <a:pt x="1993392" y="478130"/>
                </a:cubicBezTo>
                <a:cubicBezTo>
                  <a:pt x="2089279" y="508095"/>
                  <a:pt x="2108419" y="503999"/>
                  <a:pt x="2203704" y="523850"/>
                </a:cubicBezTo>
                <a:cubicBezTo>
                  <a:pt x="2243515" y="532144"/>
                  <a:pt x="2282952" y="542138"/>
                  <a:pt x="2322576" y="551282"/>
                </a:cubicBezTo>
                <a:cubicBezTo>
                  <a:pt x="2335470" y="558650"/>
                  <a:pt x="2425286" y="599557"/>
                  <a:pt x="2423160" y="633578"/>
                </a:cubicBezTo>
                <a:cubicBezTo>
                  <a:pt x="2409677" y="849309"/>
                  <a:pt x="2390340" y="866491"/>
                  <a:pt x="2267712" y="999338"/>
                </a:cubicBezTo>
                <a:cubicBezTo>
                  <a:pt x="2176133" y="1098548"/>
                  <a:pt x="2107890" y="1160750"/>
                  <a:pt x="1993392" y="1237082"/>
                </a:cubicBezTo>
                <a:cubicBezTo>
                  <a:pt x="1940005" y="1272673"/>
                  <a:pt x="1790343" y="1369167"/>
                  <a:pt x="1700784" y="1392530"/>
                </a:cubicBezTo>
                <a:cubicBezTo>
                  <a:pt x="1661992" y="1402650"/>
                  <a:pt x="1621536" y="1404722"/>
                  <a:pt x="1581912" y="1410818"/>
                </a:cubicBezTo>
                <a:cubicBezTo>
                  <a:pt x="1420368" y="1398626"/>
                  <a:pt x="1257798" y="1396131"/>
                  <a:pt x="1097280" y="1374242"/>
                </a:cubicBezTo>
                <a:cubicBezTo>
                  <a:pt x="815845" y="1335865"/>
                  <a:pt x="1175158" y="1269137"/>
                  <a:pt x="777240" y="1136498"/>
                </a:cubicBezTo>
                <a:cubicBezTo>
                  <a:pt x="749808" y="1127354"/>
                  <a:pt x="722908" y="1116425"/>
                  <a:pt x="694944" y="1109066"/>
                </a:cubicBezTo>
                <a:cubicBezTo>
                  <a:pt x="616049" y="1088304"/>
                  <a:pt x="538312" y="1083305"/>
                  <a:pt x="457200" y="1072490"/>
                </a:cubicBezTo>
                <a:lnTo>
                  <a:pt x="329184" y="1054202"/>
                </a:lnTo>
                <a:cubicBezTo>
                  <a:pt x="286512" y="1008482"/>
                  <a:pt x="235202" y="969510"/>
                  <a:pt x="201168" y="917042"/>
                </a:cubicBezTo>
                <a:cubicBezTo>
                  <a:pt x="161084" y="855246"/>
                  <a:pt x="137685" y="784020"/>
                  <a:pt x="109728" y="715874"/>
                </a:cubicBezTo>
                <a:cubicBezTo>
                  <a:pt x="88872" y="665037"/>
                  <a:pt x="74158" y="611876"/>
                  <a:pt x="54864" y="560426"/>
                </a:cubicBezTo>
                <a:cubicBezTo>
                  <a:pt x="37574" y="514319"/>
                  <a:pt x="18288" y="468986"/>
                  <a:pt x="0" y="423266"/>
                </a:cubicBezTo>
                <a:cubicBezTo>
                  <a:pt x="12192" y="362306"/>
                  <a:pt x="8774" y="295990"/>
                  <a:pt x="36576" y="240386"/>
                </a:cubicBezTo>
                <a:cubicBezTo>
                  <a:pt x="56840" y="199858"/>
                  <a:pt x="99963" y="174822"/>
                  <a:pt x="137160" y="148946"/>
                </a:cubicBezTo>
                <a:cubicBezTo>
                  <a:pt x="170729" y="125593"/>
                  <a:pt x="208264" y="107516"/>
                  <a:pt x="246888" y="94082"/>
                </a:cubicBezTo>
                <a:cubicBezTo>
                  <a:pt x="303870" y="74262"/>
                  <a:pt x="421058" y="70538"/>
                  <a:pt x="475488" y="66650"/>
                </a:cubicBezTo>
                <a:lnTo>
                  <a:pt x="740664" y="75794"/>
                </a:lnTo>
                <a:cubicBezTo>
                  <a:pt x="777323" y="77582"/>
                  <a:pt x="814038" y="89987"/>
                  <a:pt x="850392" y="84938"/>
                </a:cubicBezTo>
                <a:cubicBezTo>
                  <a:pt x="925078" y="74565"/>
                  <a:pt x="996696" y="48362"/>
                  <a:pt x="1069848" y="30074"/>
                </a:cubicBezTo>
                <a:cubicBezTo>
                  <a:pt x="1124843" y="-6589"/>
                  <a:pt x="1117588" y="-9844"/>
                  <a:pt x="1225296" y="20930"/>
                </a:cubicBezTo>
                <a:cubicBezTo>
                  <a:pt x="1227657" y="21604"/>
                  <a:pt x="1365134" y="86946"/>
                  <a:pt x="1399032" y="112370"/>
                </a:cubicBezTo>
                <a:cubicBezTo>
                  <a:pt x="1409377" y="120129"/>
                  <a:pt x="1417320" y="130658"/>
                  <a:pt x="1426464" y="139802"/>
                </a:cubicBezTo>
                <a:cubicBezTo>
                  <a:pt x="1431104" y="158363"/>
                  <a:pt x="1436881" y="185445"/>
                  <a:pt x="1444752" y="203810"/>
                </a:cubicBezTo>
                <a:cubicBezTo>
                  <a:pt x="1450122" y="216339"/>
                  <a:pt x="1454314" y="229914"/>
                  <a:pt x="1463040" y="240386"/>
                </a:cubicBezTo>
                <a:cubicBezTo>
                  <a:pt x="1476570" y="256622"/>
                  <a:pt x="1507666" y="266327"/>
                  <a:pt x="1527048" y="267818"/>
                </a:cubicBezTo>
                <a:cubicBezTo>
                  <a:pt x="1554399" y="269922"/>
                  <a:pt x="1581912" y="267818"/>
                  <a:pt x="1581912" y="276962"/>
                </a:cubicBezTo>
                <a:close/>
              </a:path>
            </a:pathLst>
          </a:custGeom>
          <a:noFill/>
          <a:ln>
            <a:solidFill>
              <a:schemeClr val="tx1">
                <a:alpha val="42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771FA8-4234-24CE-0071-DFF59312E8B4}"/>
              </a:ext>
            </a:extLst>
          </p:cNvPr>
          <p:cNvCxnSpPr>
            <a:stCxn id="4" idx="14"/>
            <a:endCxn id="3" idx="29"/>
          </p:cNvCxnSpPr>
          <p:nvPr/>
        </p:nvCxnSpPr>
        <p:spPr>
          <a:xfrm>
            <a:off x="3814064" y="2343358"/>
            <a:ext cx="448055" cy="23459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14682D-3501-83F7-629B-E59BBB088E09}"/>
              </a:ext>
            </a:extLst>
          </p:cNvPr>
          <p:cNvSpPr txBox="1"/>
          <p:nvPr/>
        </p:nvSpPr>
        <p:spPr>
          <a:xfrm>
            <a:off x="3036823" y="3223923"/>
            <a:ext cx="1143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Gjøre et utvalg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A81B2D3F-F3E4-A2E3-558F-306C9F17091A}"/>
              </a:ext>
            </a:extLst>
          </p:cNvPr>
          <p:cNvCxnSpPr>
            <a:cxnSpLocks/>
            <a:stCxn id="3" idx="2"/>
            <a:endCxn id="2" idx="4"/>
          </p:cNvCxnSpPr>
          <p:nvPr/>
        </p:nvCxnSpPr>
        <p:spPr>
          <a:xfrm flipV="1">
            <a:off x="4774183" y="2798064"/>
            <a:ext cx="273305" cy="2156377"/>
          </a:xfrm>
          <a:prstGeom prst="curvedConnector4">
            <a:avLst>
              <a:gd name="adj1" fmla="val 100541"/>
              <a:gd name="adj2" fmla="val 55349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0EB678-D0A9-4E35-6BB0-FD2B032FE451}"/>
              </a:ext>
            </a:extLst>
          </p:cNvPr>
          <p:cNvSpPr txBox="1"/>
          <p:nvPr/>
        </p:nvSpPr>
        <p:spPr>
          <a:xfrm>
            <a:off x="5210993" y="3516310"/>
            <a:ext cx="1383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Generalisere</a:t>
            </a:r>
          </a:p>
        </p:txBody>
      </p:sp>
    </p:spTree>
    <p:extLst>
      <p:ext uri="{BB962C8B-B14F-4D97-AF65-F5344CB8AC3E}">
        <p14:creationId xmlns:p14="http://schemas.microsoft.com/office/powerpoint/2010/main" val="141731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imple algorithm&#10;&#10;AI-generated content may be incorrect.">
            <a:extLst>
              <a:ext uri="{FF2B5EF4-FFF2-40B4-BE49-F238E27FC236}">
                <a16:creationId xmlns:a16="http://schemas.microsoft.com/office/drawing/2014/main" id="{2C8ED2CD-828B-7CBA-E6D3-3D0CD4FD3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2" r="58733"/>
          <a:stretch>
            <a:fillRect/>
          </a:stretch>
        </p:blipFill>
        <p:spPr>
          <a:xfrm>
            <a:off x="990589" y="3035030"/>
            <a:ext cx="4213709" cy="3365776"/>
          </a:xfrm>
          <a:prstGeom prst="rect">
            <a:avLst/>
          </a:prstGeom>
        </p:spPr>
      </p:pic>
      <p:pic>
        <p:nvPicPr>
          <p:cNvPr id="8" name="Picture 7" descr="A diagram of a simple algorithm&#10;&#10;AI-generated content may be incorrect.">
            <a:extLst>
              <a:ext uri="{FF2B5EF4-FFF2-40B4-BE49-F238E27FC236}">
                <a16:creationId xmlns:a16="http://schemas.microsoft.com/office/drawing/2014/main" id="{A8DEA372-C697-EC4D-16C4-7BF520C0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7" t="18167"/>
          <a:stretch>
            <a:fillRect/>
          </a:stretch>
        </p:blipFill>
        <p:spPr>
          <a:xfrm>
            <a:off x="5204298" y="1536970"/>
            <a:ext cx="5997111" cy="48638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E364B-9158-693A-0836-C23556E3DF33}"/>
              </a:ext>
            </a:extLst>
          </p:cNvPr>
          <p:cNvSpPr txBox="1"/>
          <p:nvPr/>
        </p:nvSpPr>
        <p:spPr>
          <a:xfrm>
            <a:off x="4930406" y="1389888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Forventningsrett utvalgsprosedyre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BE5B5-66B1-97E8-71ED-F94A773110D6}"/>
              </a:ext>
            </a:extLst>
          </p:cNvPr>
          <p:cNvSpPr txBox="1"/>
          <p:nvPr/>
        </p:nvSpPr>
        <p:spPr>
          <a:xfrm>
            <a:off x="2105891" y="2658577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Populasjonen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26EDE-AF94-BE57-37DD-22FED1D8A458}"/>
              </a:ext>
            </a:extLst>
          </p:cNvPr>
          <p:cNvSpPr txBox="1"/>
          <p:nvPr/>
        </p:nvSpPr>
        <p:spPr>
          <a:xfrm>
            <a:off x="7848609" y="521307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Utvalgene kan være skjeve, men vil i snitt være representative</a:t>
            </a:r>
          </a:p>
        </p:txBody>
      </p:sp>
    </p:spTree>
    <p:extLst>
      <p:ext uri="{BB962C8B-B14F-4D97-AF65-F5344CB8AC3E}">
        <p14:creationId xmlns:p14="http://schemas.microsoft.com/office/powerpoint/2010/main" val="70404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5970D0E-4330-1B8F-6B01-B094137DC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89" t="18703"/>
          <a:stretch>
            <a:fillRect/>
          </a:stretch>
        </p:blipFill>
        <p:spPr>
          <a:xfrm>
            <a:off x="5458691" y="1690254"/>
            <a:ext cx="5892719" cy="49062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A2DE0B-1E23-4054-3E88-157E94F7902A}"/>
              </a:ext>
            </a:extLst>
          </p:cNvPr>
          <p:cNvSpPr txBox="1"/>
          <p:nvPr/>
        </p:nvSpPr>
        <p:spPr>
          <a:xfrm>
            <a:off x="8283206" y="832185"/>
            <a:ext cx="2813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Utvalgene vil (trolig) ikke bli representative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38330-EE43-1338-FDBD-4DAF2C7F8FDE}"/>
              </a:ext>
            </a:extLst>
          </p:cNvPr>
          <p:cNvSpPr txBox="1"/>
          <p:nvPr/>
        </p:nvSpPr>
        <p:spPr>
          <a:xfrm>
            <a:off x="2105891" y="2658577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Populasjonen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2872DD6B-3D75-0886-E24B-908E37AFA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56" r="58570"/>
          <a:stretch>
            <a:fillRect/>
          </a:stretch>
        </p:blipFill>
        <p:spPr>
          <a:xfrm>
            <a:off x="1140588" y="3214255"/>
            <a:ext cx="4230277" cy="33822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201E47-1A8B-DFF1-5721-C1532662FD93}"/>
              </a:ext>
            </a:extLst>
          </p:cNvPr>
          <p:cNvSpPr txBox="1"/>
          <p:nvPr/>
        </p:nvSpPr>
        <p:spPr>
          <a:xfrm>
            <a:off x="5292356" y="1466530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2000" dirty="0"/>
              <a:t>Forventningsskjev utvalgsprosedyre</a:t>
            </a:r>
          </a:p>
        </p:txBody>
      </p:sp>
    </p:spTree>
    <p:extLst>
      <p:ext uri="{BB962C8B-B14F-4D97-AF65-F5344CB8AC3E}">
        <p14:creationId xmlns:p14="http://schemas.microsoft.com/office/powerpoint/2010/main" val="330288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simple algorithm&#10;&#10;AI-generated content may be incorrect.">
            <a:extLst>
              <a:ext uri="{FF2B5EF4-FFF2-40B4-BE49-F238E27FC236}">
                <a16:creationId xmlns:a16="http://schemas.microsoft.com/office/drawing/2014/main" id="{2F480024-1FF1-EF1A-2463-B7D3FC53E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589" y="772434"/>
            <a:ext cx="10210821" cy="591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9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34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Roar Bakken Stovner</dc:creator>
  <cp:lastModifiedBy>Roar Bakken Stovner</cp:lastModifiedBy>
  <cp:revision>1</cp:revision>
  <dcterms:created xsi:type="dcterms:W3CDTF">2025-05-12T07:55:44Z</dcterms:created>
  <dcterms:modified xsi:type="dcterms:W3CDTF">2025-06-06T08:25:58Z</dcterms:modified>
</cp:coreProperties>
</file>