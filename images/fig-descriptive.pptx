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E3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FBA415-739B-4330-BB12-91FA819A2CB3}" v="30" dt="2025-06-06T08:17:24.2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ar Bakken Stovner" userId="a2d03bef-3036-4670-b46d-ce184aacf6f6" providerId="ADAL" clId="{50FBA415-739B-4330-BB12-91FA819A2CB3}"/>
    <pc:docChg chg="undo redo custSel addSld delSld modSld sldOrd">
      <pc:chgData name="Roar Bakken Stovner" userId="a2d03bef-3036-4670-b46d-ce184aacf6f6" providerId="ADAL" clId="{50FBA415-739B-4330-BB12-91FA819A2CB3}" dt="2025-06-06T08:25:54.811" v="449" actId="1076"/>
      <pc:docMkLst>
        <pc:docMk/>
      </pc:docMkLst>
      <pc:sldChg chg="addSp delSp modSp mod">
        <pc:chgData name="Roar Bakken Stovner" userId="a2d03bef-3036-4670-b46d-ce184aacf6f6" providerId="ADAL" clId="{50FBA415-739B-4330-BB12-91FA819A2CB3}" dt="2025-05-29T10:55:40.720" v="64" actId="1076"/>
        <pc:sldMkLst>
          <pc:docMk/>
          <pc:sldMk cId="921670182" sldId="256"/>
        </pc:sldMkLst>
        <pc:spChg chg="add mod">
          <ac:chgData name="Roar Bakken Stovner" userId="a2d03bef-3036-4670-b46d-ce184aacf6f6" providerId="ADAL" clId="{50FBA415-739B-4330-BB12-91FA819A2CB3}" dt="2025-05-29T10:55:37.052" v="63" actId="1076"/>
          <ac:spMkLst>
            <pc:docMk/>
            <pc:sldMk cId="921670182" sldId="256"/>
            <ac:spMk id="2" creationId="{2D68C42E-259E-7142-930C-BB25292D59CD}"/>
          </ac:spMkLst>
        </pc:spChg>
        <pc:spChg chg="add mod">
          <ac:chgData name="Roar Bakken Stovner" userId="a2d03bef-3036-4670-b46d-ce184aacf6f6" providerId="ADAL" clId="{50FBA415-739B-4330-BB12-91FA819A2CB3}" dt="2025-05-29T10:55:40.720" v="64" actId="1076"/>
          <ac:spMkLst>
            <pc:docMk/>
            <pc:sldMk cId="921670182" sldId="256"/>
            <ac:spMk id="3" creationId="{CA0A6FF3-3D9B-A68C-DD12-9CFE5C669401}"/>
          </ac:spMkLst>
        </pc:spChg>
        <pc:spChg chg="add mod">
          <ac:chgData name="Roar Bakken Stovner" userId="a2d03bef-3036-4670-b46d-ce184aacf6f6" providerId="ADAL" clId="{50FBA415-739B-4330-BB12-91FA819A2CB3}" dt="2025-05-29T10:54:32.270" v="47" actId="1076"/>
          <ac:spMkLst>
            <pc:docMk/>
            <pc:sldMk cId="921670182" sldId="256"/>
            <ac:spMk id="8" creationId="{1B55A14E-21C8-0186-E9AE-B090D89C5DA9}"/>
          </ac:spMkLst>
        </pc:spChg>
        <pc:cxnChg chg="add mod">
          <ac:chgData name="Roar Bakken Stovner" userId="a2d03bef-3036-4670-b46d-ce184aacf6f6" providerId="ADAL" clId="{50FBA415-739B-4330-BB12-91FA819A2CB3}" dt="2025-05-29T10:55:29.510" v="62" actId="14100"/>
          <ac:cxnSpMkLst>
            <pc:docMk/>
            <pc:sldMk cId="921670182" sldId="256"/>
            <ac:cxnSpMk id="10" creationId="{D3606D8B-A469-14C7-B497-D25AC10008E6}"/>
          </ac:cxnSpMkLst>
        </pc:cxnChg>
        <pc:cxnChg chg="add mod">
          <ac:chgData name="Roar Bakken Stovner" userId="a2d03bef-3036-4670-b46d-ce184aacf6f6" providerId="ADAL" clId="{50FBA415-739B-4330-BB12-91FA819A2CB3}" dt="2025-05-29T10:55:26.905" v="61" actId="14100"/>
          <ac:cxnSpMkLst>
            <pc:docMk/>
            <pc:sldMk cId="921670182" sldId="256"/>
            <ac:cxnSpMk id="12" creationId="{0DB85881-F202-E0EA-5861-A68F58E1F575}"/>
          </ac:cxnSpMkLst>
        </pc:cxnChg>
      </pc:sldChg>
      <pc:sldChg chg="del">
        <pc:chgData name="Roar Bakken Stovner" userId="a2d03bef-3036-4670-b46d-ce184aacf6f6" providerId="ADAL" clId="{50FBA415-739B-4330-BB12-91FA819A2CB3}" dt="2025-05-29T10:53:07.585" v="0" actId="47"/>
        <pc:sldMkLst>
          <pc:docMk/>
          <pc:sldMk cId="1138742646" sldId="257"/>
        </pc:sldMkLst>
      </pc:sldChg>
      <pc:sldChg chg="addSp modSp new mod">
        <pc:chgData name="Roar Bakken Stovner" userId="a2d03bef-3036-4670-b46d-ce184aacf6f6" providerId="ADAL" clId="{50FBA415-739B-4330-BB12-91FA819A2CB3}" dt="2025-06-05T18:20:43.486" v="169" actId="692"/>
        <pc:sldMkLst>
          <pc:docMk/>
          <pc:sldMk cId="1417319037" sldId="257"/>
        </pc:sldMkLst>
        <pc:spChg chg="add mod">
          <ac:chgData name="Roar Bakken Stovner" userId="a2d03bef-3036-4670-b46d-ce184aacf6f6" providerId="ADAL" clId="{50FBA415-739B-4330-BB12-91FA819A2CB3}" dt="2025-06-05T18:19:25.814" v="140" actId="113"/>
          <ac:spMkLst>
            <pc:docMk/>
            <pc:sldMk cId="1417319037" sldId="257"/>
            <ac:spMk id="2" creationId="{C3136B0A-A4F5-2755-2860-43D4D4AFA225}"/>
          </ac:spMkLst>
        </pc:spChg>
        <pc:spChg chg="add mod">
          <ac:chgData name="Roar Bakken Stovner" userId="a2d03bef-3036-4670-b46d-ce184aacf6f6" providerId="ADAL" clId="{50FBA415-739B-4330-BB12-91FA819A2CB3}" dt="2025-06-05T18:19:45.405" v="143" actId="255"/>
          <ac:spMkLst>
            <pc:docMk/>
            <pc:sldMk cId="1417319037" sldId="257"/>
            <ac:spMk id="3" creationId="{75B31EAA-4097-E001-27C2-EE33300523EA}"/>
          </ac:spMkLst>
        </pc:spChg>
        <pc:spChg chg="add mod">
          <ac:chgData name="Roar Bakken Stovner" userId="a2d03bef-3036-4670-b46d-ce184aacf6f6" providerId="ADAL" clId="{50FBA415-739B-4330-BB12-91FA819A2CB3}" dt="2025-06-05T18:20:43.486" v="169" actId="692"/>
          <ac:spMkLst>
            <pc:docMk/>
            <pc:sldMk cId="1417319037" sldId="257"/>
            <ac:spMk id="4" creationId="{5642CF16-966B-9700-A291-925E1CDD090E}"/>
          </ac:spMkLst>
        </pc:spChg>
        <pc:spChg chg="add mod">
          <ac:chgData name="Roar Bakken Stovner" userId="a2d03bef-3036-4670-b46d-ce184aacf6f6" providerId="ADAL" clId="{50FBA415-739B-4330-BB12-91FA819A2CB3}" dt="2025-06-05T18:18:25.974" v="113" actId="1076"/>
          <ac:spMkLst>
            <pc:docMk/>
            <pc:sldMk cId="1417319037" sldId="257"/>
            <ac:spMk id="9" creationId="{8D14682D-3501-83F7-629B-E59BBB088E09}"/>
          </ac:spMkLst>
        </pc:spChg>
        <pc:spChg chg="add mod">
          <ac:chgData name="Roar Bakken Stovner" userId="a2d03bef-3036-4670-b46d-ce184aacf6f6" providerId="ADAL" clId="{50FBA415-739B-4330-BB12-91FA819A2CB3}" dt="2025-06-05T18:20:11.747" v="147" actId="1076"/>
          <ac:spMkLst>
            <pc:docMk/>
            <pc:sldMk cId="1417319037" sldId="257"/>
            <ac:spMk id="16" creationId="{090EB678-D0A9-4E35-6BB0-FD2B032FE451}"/>
          </ac:spMkLst>
        </pc:spChg>
        <pc:cxnChg chg="add mod">
          <ac:chgData name="Roar Bakken Stovner" userId="a2d03bef-3036-4670-b46d-ce184aacf6f6" providerId="ADAL" clId="{50FBA415-739B-4330-BB12-91FA819A2CB3}" dt="2025-06-05T18:18:10.816" v="95" actId="1076"/>
          <ac:cxnSpMkLst>
            <pc:docMk/>
            <pc:sldMk cId="1417319037" sldId="257"/>
            <ac:cxnSpMk id="6" creationId="{31771FA8-4234-24CE-0071-DFF59312E8B4}"/>
          </ac:cxnSpMkLst>
        </pc:cxnChg>
        <pc:cxnChg chg="add mod">
          <ac:chgData name="Roar Bakken Stovner" userId="a2d03bef-3036-4670-b46d-ce184aacf6f6" providerId="ADAL" clId="{50FBA415-739B-4330-BB12-91FA819A2CB3}" dt="2025-06-05T18:20:07.532" v="146" actId="14100"/>
          <ac:cxnSpMkLst>
            <pc:docMk/>
            <pc:sldMk cId="1417319037" sldId="257"/>
            <ac:cxnSpMk id="11" creationId="{A81B2D3F-F3E4-A2E3-558F-306C9F17091A}"/>
          </ac:cxnSpMkLst>
        </pc:cxnChg>
      </pc:sldChg>
      <pc:sldChg chg="addSp delSp modSp new mod">
        <pc:chgData name="Roar Bakken Stovner" userId="a2d03bef-3036-4670-b46d-ce184aacf6f6" providerId="ADAL" clId="{50FBA415-739B-4330-BB12-91FA819A2CB3}" dt="2025-06-06T08:25:54.811" v="449" actId="1076"/>
        <pc:sldMkLst>
          <pc:docMk/>
          <pc:sldMk cId="704044252" sldId="258"/>
        </pc:sldMkLst>
        <pc:spChg chg="add mod">
          <ac:chgData name="Roar Bakken Stovner" userId="a2d03bef-3036-4670-b46d-ce184aacf6f6" providerId="ADAL" clId="{50FBA415-739B-4330-BB12-91FA819A2CB3}" dt="2025-06-06T08:16:34.067" v="282" actId="1076"/>
          <ac:spMkLst>
            <pc:docMk/>
            <pc:sldMk cId="704044252" sldId="258"/>
            <ac:spMk id="9" creationId="{612E364B-9158-693A-0836-C23556E3DF33}"/>
          </ac:spMkLst>
        </pc:spChg>
        <pc:spChg chg="add mod">
          <ac:chgData name="Roar Bakken Stovner" userId="a2d03bef-3036-4670-b46d-ce184aacf6f6" providerId="ADAL" clId="{50FBA415-739B-4330-BB12-91FA819A2CB3}" dt="2025-06-06T08:15:40.032" v="272"/>
          <ac:spMkLst>
            <pc:docMk/>
            <pc:sldMk cId="704044252" sldId="258"/>
            <ac:spMk id="10" creationId="{76BBE5B5-66B1-97E8-71ED-F94A773110D6}"/>
          </ac:spMkLst>
        </pc:spChg>
        <pc:spChg chg="add mod">
          <ac:chgData name="Roar Bakken Stovner" userId="a2d03bef-3036-4670-b46d-ce184aacf6f6" providerId="ADAL" clId="{50FBA415-739B-4330-BB12-91FA819A2CB3}" dt="2025-06-06T08:25:54.811" v="449" actId="1076"/>
          <ac:spMkLst>
            <pc:docMk/>
            <pc:sldMk cId="704044252" sldId="258"/>
            <ac:spMk id="11" creationId="{EF526EDE-AF94-BE57-37DD-22FED1D8A458}"/>
          </ac:spMkLst>
        </pc:spChg>
        <pc:picChg chg="add mod modCrop">
          <ac:chgData name="Roar Bakken Stovner" userId="a2d03bef-3036-4670-b46d-ce184aacf6f6" providerId="ADAL" clId="{50FBA415-739B-4330-BB12-91FA819A2CB3}" dt="2025-06-06T08:15:32.254" v="271" actId="732"/>
          <ac:picMkLst>
            <pc:docMk/>
            <pc:sldMk cId="704044252" sldId="258"/>
            <ac:picMk id="3" creationId="{2C8ED2CD-828B-7CBA-E6D3-3D0CD4FD32E7}"/>
          </ac:picMkLst>
        </pc:picChg>
        <pc:picChg chg="add del mod">
          <ac:chgData name="Roar Bakken Stovner" userId="a2d03bef-3036-4670-b46d-ce184aacf6f6" providerId="ADAL" clId="{50FBA415-739B-4330-BB12-91FA819A2CB3}" dt="2025-06-06T08:10:47.164" v="182" actId="21"/>
          <ac:picMkLst>
            <pc:docMk/>
            <pc:sldMk cId="704044252" sldId="258"/>
            <ac:picMk id="5" creationId="{55970D0E-4330-1B8F-6B01-B094137DCAA4}"/>
          </ac:picMkLst>
        </pc:picChg>
        <pc:picChg chg="add del mod">
          <ac:chgData name="Roar Bakken Stovner" userId="a2d03bef-3036-4670-b46d-ce184aacf6f6" providerId="ADAL" clId="{50FBA415-739B-4330-BB12-91FA819A2CB3}" dt="2025-06-06T08:10:42.397" v="180" actId="21"/>
          <ac:picMkLst>
            <pc:docMk/>
            <pc:sldMk cId="704044252" sldId="258"/>
            <ac:picMk id="7" creationId="{2F480024-1FF1-EF1A-2463-B7D3FC53E0EC}"/>
          </ac:picMkLst>
        </pc:picChg>
        <pc:picChg chg="add mod modCrop">
          <ac:chgData name="Roar Bakken Stovner" userId="a2d03bef-3036-4670-b46d-ce184aacf6f6" providerId="ADAL" clId="{50FBA415-739B-4330-BB12-91FA819A2CB3}" dt="2025-06-06T08:15:24.033" v="269" actId="732"/>
          <ac:picMkLst>
            <pc:docMk/>
            <pc:sldMk cId="704044252" sldId="258"/>
            <ac:picMk id="8" creationId="{A8DEA372-C697-EC4D-16C4-7BF520C0B852}"/>
          </ac:picMkLst>
        </pc:picChg>
      </pc:sldChg>
      <pc:sldChg chg="del">
        <pc:chgData name="Roar Bakken Stovner" userId="a2d03bef-3036-4670-b46d-ce184aacf6f6" providerId="ADAL" clId="{50FBA415-739B-4330-BB12-91FA819A2CB3}" dt="2025-05-29T10:53:07.585" v="0" actId="47"/>
        <pc:sldMkLst>
          <pc:docMk/>
          <pc:sldMk cId="2203926398" sldId="258"/>
        </pc:sldMkLst>
      </pc:sldChg>
      <pc:sldChg chg="addSp modSp new">
        <pc:chgData name="Roar Bakken Stovner" userId="a2d03bef-3036-4670-b46d-ce184aacf6f6" providerId="ADAL" clId="{50FBA415-739B-4330-BB12-91FA819A2CB3}" dt="2025-06-06T08:10:43.716" v="181"/>
        <pc:sldMkLst>
          <pc:docMk/>
          <pc:sldMk cId="2859190159" sldId="259"/>
        </pc:sldMkLst>
        <pc:picChg chg="add mod">
          <ac:chgData name="Roar Bakken Stovner" userId="a2d03bef-3036-4670-b46d-ce184aacf6f6" providerId="ADAL" clId="{50FBA415-739B-4330-BB12-91FA819A2CB3}" dt="2025-06-06T08:10:43.716" v="181"/>
          <ac:picMkLst>
            <pc:docMk/>
            <pc:sldMk cId="2859190159" sldId="259"/>
            <ac:picMk id="7" creationId="{2F480024-1FF1-EF1A-2463-B7D3FC53E0EC}"/>
          </ac:picMkLst>
        </pc:picChg>
      </pc:sldChg>
      <pc:sldChg chg="addSp delSp modSp new mod ord">
        <pc:chgData name="Roar Bakken Stovner" userId="a2d03bef-3036-4670-b46d-ce184aacf6f6" providerId="ADAL" clId="{50FBA415-739B-4330-BB12-91FA819A2CB3}" dt="2025-06-06T08:25:42.355" v="429" actId="20577"/>
        <pc:sldMkLst>
          <pc:docMk/>
          <pc:sldMk cId="3302881095" sldId="260"/>
        </pc:sldMkLst>
        <pc:spChg chg="add del mod">
          <ac:chgData name="Roar Bakken Stovner" userId="a2d03bef-3036-4670-b46d-ce184aacf6f6" providerId="ADAL" clId="{50FBA415-739B-4330-BB12-91FA819A2CB3}" dt="2025-06-06T08:11:24.662" v="191" actId="478"/>
          <ac:spMkLst>
            <pc:docMk/>
            <pc:sldMk cId="3302881095" sldId="260"/>
            <ac:spMk id="2" creationId="{E60AE975-99F0-482B-B0E5-C5D8A505FEEF}"/>
          </ac:spMkLst>
        </pc:spChg>
        <pc:spChg chg="add mod">
          <ac:chgData name="Roar Bakken Stovner" userId="a2d03bef-3036-4670-b46d-ce184aacf6f6" providerId="ADAL" clId="{50FBA415-739B-4330-BB12-91FA819A2CB3}" dt="2025-06-06T08:12:24.333" v="200" actId="767"/>
          <ac:spMkLst>
            <pc:docMk/>
            <pc:sldMk cId="3302881095" sldId="260"/>
            <ac:spMk id="3" creationId="{6065D7B6-C544-4E07-5FC2-8E3B29D6E15B}"/>
          </ac:spMkLst>
        </pc:spChg>
        <pc:spChg chg="add mod">
          <ac:chgData name="Roar Bakken Stovner" userId="a2d03bef-3036-4670-b46d-ce184aacf6f6" providerId="ADAL" clId="{50FBA415-739B-4330-BB12-91FA819A2CB3}" dt="2025-06-06T08:25:42.355" v="429" actId="20577"/>
          <ac:spMkLst>
            <pc:docMk/>
            <pc:sldMk cId="3302881095" sldId="260"/>
            <ac:spMk id="4" creationId="{90A2DE0B-1E23-4054-3E88-157E94F7902A}"/>
          </ac:spMkLst>
        </pc:spChg>
        <pc:spChg chg="add mod">
          <ac:chgData name="Roar Bakken Stovner" userId="a2d03bef-3036-4670-b46d-ce184aacf6f6" providerId="ADAL" clId="{50FBA415-739B-4330-BB12-91FA819A2CB3}" dt="2025-06-06T08:15:04.709" v="265" actId="1076"/>
          <ac:spMkLst>
            <pc:docMk/>
            <pc:sldMk cId="3302881095" sldId="260"/>
            <ac:spMk id="6" creationId="{A8E38330-EE43-1338-FDBD-4DAF2C7F8FDE}"/>
          </ac:spMkLst>
        </pc:spChg>
        <pc:spChg chg="add mod">
          <ac:chgData name="Roar Bakken Stovner" userId="a2d03bef-3036-4670-b46d-ce184aacf6f6" providerId="ADAL" clId="{50FBA415-739B-4330-BB12-91FA819A2CB3}" dt="2025-06-06T08:18:01.153" v="402" actId="1076"/>
          <ac:spMkLst>
            <pc:docMk/>
            <pc:sldMk cId="3302881095" sldId="260"/>
            <ac:spMk id="8" creationId="{F6201E47-1A8B-DFF1-5721-C1532662FD93}"/>
          </ac:spMkLst>
        </pc:spChg>
        <pc:picChg chg="add mod modCrop">
          <ac:chgData name="Roar Bakken Stovner" userId="a2d03bef-3036-4670-b46d-ce184aacf6f6" providerId="ADAL" clId="{50FBA415-739B-4330-BB12-91FA819A2CB3}" dt="2025-06-06T08:14:36.511" v="251" actId="732"/>
          <ac:picMkLst>
            <pc:docMk/>
            <pc:sldMk cId="3302881095" sldId="260"/>
            <ac:picMk id="5" creationId="{55970D0E-4330-1B8F-6B01-B094137DCAA4}"/>
          </ac:picMkLst>
        </pc:picChg>
        <pc:picChg chg="add mod modCrop">
          <ac:chgData name="Roar Bakken Stovner" userId="a2d03bef-3036-4670-b46d-ce184aacf6f6" providerId="ADAL" clId="{50FBA415-739B-4330-BB12-91FA819A2CB3}" dt="2025-06-06T08:14:30.101" v="250" actId="732"/>
          <ac:picMkLst>
            <pc:docMk/>
            <pc:sldMk cId="3302881095" sldId="260"/>
            <ac:picMk id="7" creationId="{2872DD6B-3D75-0886-E24B-908E37AFAE23}"/>
          </ac:picMkLst>
        </pc:picChg>
      </pc:sldChg>
    </pc:docChg>
  </pc:docChgLst>
  <pc:docChgLst>
    <pc:chgData name="Roar Bakken Stovner" userId="a2d03bef-3036-4670-b46d-ce184aacf6f6" providerId="ADAL" clId="{DC5F3C88-F149-41BB-99F7-767016E0A2D8}"/>
    <pc:docChg chg="undo redo custSel addSld modSld">
      <pc:chgData name="Roar Bakken Stovner" userId="a2d03bef-3036-4670-b46d-ce184aacf6f6" providerId="ADAL" clId="{DC5F3C88-F149-41BB-99F7-767016E0A2D8}" dt="2025-05-13T05:29:15.220" v="543" actId="1076"/>
      <pc:docMkLst>
        <pc:docMk/>
      </pc:docMkLst>
      <pc:sldChg chg="addSp delSp modSp mod">
        <pc:chgData name="Roar Bakken Stovner" userId="a2d03bef-3036-4670-b46d-ce184aacf6f6" providerId="ADAL" clId="{DC5F3C88-F149-41BB-99F7-767016E0A2D8}" dt="2025-05-12T08:31:24.576" v="435" actId="20577"/>
        <pc:sldMkLst>
          <pc:docMk/>
          <pc:sldMk cId="921670182" sldId="256"/>
        </pc:sldMkLst>
      </pc:sldChg>
      <pc:sldChg chg="addSp delSp modSp new mod">
        <pc:chgData name="Roar Bakken Stovner" userId="a2d03bef-3036-4670-b46d-ce184aacf6f6" providerId="ADAL" clId="{DC5F3C88-F149-41BB-99F7-767016E0A2D8}" dt="2025-05-13T05:29:15.220" v="543" actId="1076"/>
        <pc:sldMkLst>
          <pc:docMk/>
          <pc:sldMk cId="1138742646" sldId="257"/>
        </pc:sldMkLst>
      </pc:sldChg>
    </pc:docChg>
  </pc:docChgLst>
  <pc:docChgLst>
    <pc:chgData name="Roar Bakken Stovner" userId="a2d03bef-3036-4670-b46d-ce184aacf6f6" providerId="ADAL" clId="{2F6687FE-AE12-4B8F-83ED-A5E520814340}"/>
    <pc:docChg chg="custSel addSld modSld">
      <pc:chgData name="Roar Bakken Stovner" userId="a2d03bef-3036-4670-b46d-ce184aacf6f6" providerId="ADAL" clId="{2F6687FE-AE12-4B8F-83ED-A5E520814340}" dt="2025-05-22T11:31:47.949" v="411" actId="6549"/>
      <pc:docMkLst>
        <pc:docMk/>
      </pc:docMkLst>
      <pc:sldChg chg="addSp delSp modSp new mod">
        <pc:chgData name="Roar Bakken Stovner" userId="a2d03bef-3036-4670-b46d-ce184aacf6f6" providerId="ADAL" clId="{2F6687FE-AE12-4B8F-83ED-A5E520814340}" dt="2025-05-22T11:31:47.949" v="411" actId="6549"/>
        <pc:sldMkLst>
          <pc:docMk/>
          <pc:sldMk cId="2203926398" sldId="25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B1E9F-F19C-5F2A-8EB2-F65EFFB21B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0996FE-8B90-23BD-D797-881AB3C178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BDDD6-0692-DC76-EA4A-3C1D827D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1D51-6559-429C-8767-371936093D5C}" type="datetimeFigureOut">
              <a:rPr lang="nb-NO" smtClean="0"/>
              <a:t>16.06.2025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23844-3D2E-5A64-50AB-E9C828587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F13822-6646-EADA-0A5B-3914C4649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1BE02-9A21-433A-B0FB-4448ACFC4B4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499224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60091-C965-ADDA-62AF-9D6E53582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9BFAC-5752-2805-2CCB-16010048A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EB8D8F-165D-E1E6-59B4-FDAC3E10F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1D51-6559-429C-8767-371936093D5C}" type="datetimeFigureOut">
              <a:rPr lang="nb-NO" smtClean="0"/>
              <a:t>16.06.2025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0CE88-6603-0E66-70F9-F31191381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3207D-BA9B-69EA-A77E-BA062E403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1BE02-9A21-433A-B0FB-4448ACFC4B4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71166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CF835-A6CD-34AB-CB7A-8C281B1A7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F0CC7A-4118-5D11-7BF5-148CB0AD0D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65700-5B5B-DB58-66D3-914C3A2C4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1D51-6559-429C-8767-371936093D5C}" type="datetimeFigureOut">
              <a:rPr lang="nb-NO" smtClean="0"/>
              <a:t>16.06.2025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F6192-579B-C86D-A42E-7930B1DA3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A7DEE-EA49-A43C-9050-26AE9C26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1BE02-9A21-433A-B0FB-4448ACFC4B4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38622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CD87E-A785-386F-6B85-038F49947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D67E8-90AD-51D3-BFB9-83F7F812CA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12D268-F19C-6E70-D661-5AF04AB699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32E9D3-7FCB-CE5C-7FF5-C2DC0B4F1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1D51-6559-429C-8767-371936093D5C}" type="datetimeFigureOut">
              <a:rPr lang="nb-NO" smtClean="0"/>
              <a:t>16.06.2025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01B8E1-65DA-8555-AF72-ADF5B6937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5D76A1-5A37-087E-5A5B-CAD617427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1BE02-9A21-433A-B0FB-4448ACFC4B4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33427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C7A4B-79E7-B69E-DA2E-D7350C2DA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DB1434-FF36-B0EB-BDBA-88F6513C9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1D3C9F-2683-1D5A-26B4-2CAF8FA47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E36F96-63A5-591D-275C-E5CA690A2E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9DCE81-875A-45D6-C9FF-EF3BC42633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4770CF-6FE3-A39F-C0C3-D99E01F7C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1D51-6559-429C-8767-371936093D5C}" type="datetimeFigureOut">
              <a:rPr lang="nb-NO" smtClean="0"/>
              <a:t>16.06.2025</a:t>
            </a:fld>
            <a:endParaRPr lang="nb-N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0DA903-D92B-5B9A-F812-3ED331C84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E48FB8-551D-9986-CA0C-01CA4519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1BE02-9A21-433A-B0FB-4448ACFC4B4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37601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CCADC-13BA-2734-3A4D-0D7C8F662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165B85-E0F8-8674-37D6-83A67E520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1D51-6559-429C-8767-371936093D5C}" type="datetimeFigureOut">
              <a:rPr lang="nb-NO" smtClean="0"/>
              <a:t>16.06.2025</a:t>
            </a:fld>
            <a:endParaRPr lang="nb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1919BA-E62D-7893-AFB3-29575EB03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BDF310-2CC9-750B-E5FB-7B68DE98E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1BE02-9A21-433A-B0FB-4448ACFC4B4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02332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E522C4-939D-8619-F7D0-0FD931699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1D51-6559-429C-8767-371936093D5C}" type="datetimeFigureOut">
              <a:rPr lang="nb-NO" smtClean="0"/>
              <a:t>16.06.2025</a:t>
            </a:fld>
            <a:endParaRPr lang="nb-N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B3F879-B7DF-18A2-4369-45E553AB1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9B5EB6-80E9-446A-FE86-3CA0B3647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1BE02-9A21-433A-B0FB-4448ACFC4B4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00017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D6FF0-0DDA-A6DE-A534-3643E84CD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15F5D-5299-FC96-2E57-68A0AFAB2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09E9F3-ED2D-CCCB-D016-6F92E12F64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5DF703-AD8B-670B-E176-EB8FD9EDF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1D51-6559-429C-8767-371936093D5C}" type="datetimeFigureOut">
              <a:rPr lang="nb-NO" smtClean="0"/>
              <a:t>16.06.2025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DE5708-D6E9-0401-457B-8C2F943FA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1F45B2-F1AB-5393-472F-DD01E9371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1BE02-9A21-433A-B0FB-4448ACFC4B4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51060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CEAFF-6954-D3AE-8B4C-CBFA1C932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00F341-00FF-3E9B-0F78-CC54B007C2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F6A1C5-46C4-0FA5-F7E8-3313FCEDEB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B32EFA-E4B0-AB64-ABB7-9925296B8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1D51-6559-429C-8767-371936093D5C}" type="datetimeFigureOut">
              <a:rPr lang="nb-NO" smtClean="0"/>
              <a:t>16.06.2025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5EA296-D1BC-66AF-D222-611D8AAC3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09A0FE-A5AE-0462-E156-A35B44737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1BE02-9A21-433A-B0FB-4448ACFC4B4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163712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67D85-C9B7-0AA9-4B80-67C07DB23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8BEEFB-F4C9-07C2-8BE8-FA3A9A3566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4E8EA-7544-05DF-FE61-8706D14D0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1D51-6559-429C-8767-371936093D5C}" type="datetimeFigureOut">
              <a:rPr lang="nb-NO" smtClean="0"/>
              <a:t>16.06.2025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22E64-BC10-7A98-24C9-87CA91B58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BB569-4C96-E0CF-FE78-E5D8EA5DA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1BE02-9A21-433A-B0FB-4448ACFC4B4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77674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5F0291-BF78-600D-3467-CBC4396D0E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6B2E57-E2A3-65AD-D7FF-9A77EA7CB0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E1CB9-2D79-CA93-A262-F4AAD273E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1D51-6559-429C-8767-371936093D5C}" type="datetimeFigureOut">
              <a:rPr lang="nb-NO" smtClean="0"/>
              <a:t>16.06.2025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8EA68-881F-AC0B-C115-2442DEC20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D1F96-854F-7622-2584-F5D7C7C95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1BE02-9A21-433A-B0FB-4448ACFC4B4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38006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23CB95-23AB-BEFB-B515-B10759364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4D2285-3CE5-FA97-D15F-5B8D7A880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D8929-473B-3A52-6EF5-EE62D179C7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1F1D51-6559-429C-8767-371936093D5C}" type="datetimeFigureOut">
              <a:rPr lang="nb-NO" smtClean="0"/>
              <a:t>16.06.2025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1FD41-B58D-BE47-E359-109D6FD2B0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C6149B-9C90-0401-BE20-1ABF67ED0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01BE02-9A21-433A-B0FB-4448ACFC4B4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02375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05C69DA1-BFEC-906D-5D94-291A21B95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3377"/>
            <a:ext cx="12192000" cy="50911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6AC9FC-3099-7B17-11F6-46846FAF6C42}"/>
              </a:ext>
            </a:extLst>
          </p:cNvPr>
          <p:cNvSpPr txBox="1"/>
          <p:nvPr/>
        </p:nvSpPr>
        <p:spPr>
          <a:xfrm>
            <a:off x="1801368" y="1444752"/>
            <a:ext cx="3474720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nb-NO" sz="2000" dirty="0"/>
              <a:t>Gjennomsnittet er dataenes «balansepunkt»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08F5E-657D-794F-67AA-FE1B7149CD36}"/>
              </a:ext>
            </a:extLst>
          </p:cNvPr>
          <p:cNvSpPr txBox="1"/>
          <p:nvPr/>
        </p:nvSpPr>
        <p:spPr>
          <a:xfrm>
            <a:off x="9122664" y="1057656"/>
            <a:ext cx="2700528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nb-NO" sz="2000" dirty="0"/>
              <a:t>Medianen er den «midterste» observasjonen.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477F5F-D85E-EE8C-8D81-2978B0EEB70F}"/>
              </a:ext>
            </a:extLst>
          </p:cNvPr>
          <p:cNvSpPr txBox="1"/>
          <p:nvPr/>
        </p:nvSpPr>
        <p:spPr>
          <a:xfrm>
            <a:off x="2252472" y="5068824"/>
            <a:ext cx="2700528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nb-NO" sz="1600" dirty="0"/>
              <a:t>Balansepunkt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55939A-3DA1-0EB9-3C34-742C7FF42157}"/>
              </a:ext>
            </a:extLst>
          </p:cNvPr>
          <p:cNvSpPr txBox="1"/>
          <p:nvPr/>
        </p:nvSpPr>
        <p:spPr>
          <a:xfrm>
            <a:off x="6620256" y="5072098"/>
            <a:ext cx="1709928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nb-NO" sz="1600" dirty="0"/>
              <a:t>24 observasjoner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F91491-B209-CBCE-7DA6-3EB52C74C46A}"/>
              </a:ext>
            </a:extLst>
          </p:cNvPr>
          <p:cNvSpPr txBox="1"/>
          <p:nvPr/>
        </p:nvSpPr>
        <p:spPr>
          <a:xfrm>
            <a:off x="9084564" y="5068824"/>
            <a:ext cx="1709928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nb-NO" sz="1600" dirty="0"/>
              <a:t>24 observasjoner</a:t>
            </a:r>
          </a:p>
        </p:txBody>
      </p:sp>
    </p:spTree>
    <p:extLst>
      <p:ext uri="{BB962C8B-B14F-4D97-AF65-F5344CB8AC3E}">
        <p14:creationId xmlns:p14="http://schemas.microsoft.com/office/powerpoint/2010/main" val="921670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tailEnd type="triangle"/>
        </a:ln>
      </a:spPr>
      <a:bodyPr/>
      <a:lstStyle/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2162</TotalTime>
  <Words>19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Roar Bakken Stovner</dc:creator>
  <cp:lastModifiedBy>Roar Bakken Stovner</cp:lastModifiedBy>
  <cp:revision>3</cp:revision>
  <dcterms:created xsi:type="dcterms:W3CDTF">2025-05-12T07:55:44Z</dcterms:created>
  <dcterms:modified xsi:type="dcterms:W3CDTF">2025-06-16T10:50:32Z</dcterms:modified>
</cp:coreProperties>
</file>